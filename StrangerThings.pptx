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96" r:id="rId1"/>
  </p:sldMasterIdLst>
  <p:notesMasterIdLst>
    <p:notesMasterId r:id="rId10"/>
  </p:notesMasterIdLst>
  <p:sldIdLst>
    <p:sldId id="256" r:id="rId2"/>
    <p:sldId id="258" r:id="rId3"/>
    <p:sldId id="266" r:id="rId4"/>
    <p:sldId id="260" r:id="rId5"/>
    <p:sldId id="261" r:id="rId6"/>
    <p:sldId id="262" r:id="rId7"/>
    <p:sldId id="268" r:id="rId8"/>
    <p:sldId id="263" r:id="rId9"/>
  </p:sldIdLst>
  <p:sldSz cx="9144000" cy="6858000" type="screen4x3"/>
  <p:notesSz cx="6858000" cy="914400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8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smNativeData">
      <pr:smAppRevision xmlns="smNativeData" xmlns:pr="smNativeData" xmlns:p15="http://schemas.microsoft.com/office/powerpoint/2012/main" xmlns:p14="http://schemas.microsoft.com/office/powerpoint/2010/main" xmlns:mc="http://schemas.openxmlformats.org/markup-compatibility/2006" dt="1747055733" val="1068" revOS="4"/>
      <pr:smFileRevision xmlns="smNativeData" xmlns:pr="smNativeData" xmlns:p15="http://schemas.microsoft.com/office/powerpoint/2012/main" xmlns:p14="http://schemas.microsoft.com/office/powerpoint/2010/main" xmlns:mc="http://schemas.openxmlformats.org/markup-compatibility/2006" dt="1747055733" val="101"/>
      <pr:guideOptions xmlns="smNativeData" xmlns:pr="smNativeData" xmlns:p15="http://schemas.microsoft.com/office/powerpoint/2012/main" xmlns:p14="http://schemas.microsoft.com/office/powerpoint/2010/main" xmlns:mc="http://schemas.openxmlformats.org/markup-compatibility/2006" dt="1747055733" snapToBorder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450" y="6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" d="100"/>
        <a:sy n="14" d="100"/>
      </p:scale>
      <p:origin x="0" y="0"/>
    </p:cViewPr>
  </p:sorterViewPr>
  <p:notesViewPr>
    <p:cSldViewPr snapToGrid="0" snapToObjects="1">
      <p:cViewPr>
        <p:scale>
          <a:sx n="90" d="100"/>
          <a:sy n="90" d="100"/>
        </p:scale>
        <p:origin x="186" y="-68"/>
      </p:cViewPr>
      <p:guideLst/>
    </p:cSldViewPr>
  </p:notesViewPr>
  <p:gridSpacing cx="71755" cy="7175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AAAAAAAAAABIEgAA0wIAABAAAAAmAAAACAAAAL+fAAAAAAAA"/>
              </a:ext>
            </a:extLst>
          </p:cNvSpPr>
          <p:nvPr>
            <p:ph type="hdr" sz="quarter"/>
          </p:nvPr>
        </p:nvSpPr>
        <p:spPr>
          <a:xfrm>
            <a:off x="0" y="0"/>
            <a:ext cx="2971800" cy="45910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l">
              <a:defRPr lang="ru-RU" sz="1200" cap="none"/>
            </a:lvl1pPr>
            <a:lvl2pPr>
              <a:defRPr lang="ru-RU" cap="none"/>
            </a:lvl2pPr>
            <a:lvl3pPr>
              <a:defRPr lang="ru-RU" cap="none"/>
            </a:lvl3pPr>
            <a:lvl4pPr>
              <a:defRPr lang="ru-RU" cap="none"/>
            </a:lvl4pPr>
            <a:lvl5pPr>
              <a:defRPr lang="ru-RU" cap="none"/>
            </a:lvl5pPr>
            <a:lvl6pPr>
              <a:defRPr lang="ru-RU" cap="none"/>
            </a:lvl6pPr>
            <a:lvl7pPr>
              <a:defRPr lang="ru-RU" cap="none"/>
            </a:lvl7pPr>
            <a:lvl8pPr>
              <a:defRPr lang="ru-RU" cap="none"/>
            </a:lvl8pPr>
            <a:lvl9pPr>
              <a:defRPr lang="ru-RU" cap="none"/>
            </a:lvl9pPr>
          </a:lstStyle>
          <a:p>
            <a:pPr>
              <a:defRPr lang="ru-RU"/>
            </a:pPr>
            <a:endParaRPr/>
          </a:p>
        </p:txBody>
      </p:sp>
      <p:sp>
        <p:nvSpPr>
          <p:cNvPr id="3" name="Дата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5hcAAAAAAAAuKgAA0wIAABAAAAAmAAAACAAAAL+fAAAAAAAA"/>
              </a:ext>
            </a:extLst>
          </p:cNvSpPr>
          <p:nvPr>
            <p:ph type="dt" idx="10"/>
          </p:nvPr>
        </p:nvSpPr>
        <p:spPr>
          <a:xfrm>
            <a:off x="3884930" y="0"/>
            <a:ext cx="2971800" cy="45910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>
            <a:lvl1pPr algn="r">
              <a:defRPr lang="ru-RU" sz="1200" cap="none"/>
            </a:lvl1pPr>
            <a:lvl2pPr>
              <a:defRPr lang="ru-RU" cap="none"/>
            </a:lvl2pPr>
            <a:lvl3pPr>
              <a:defRPr lang="ru-RU" cap="none"/>
            </a:lvl3pPr>
            <a:lvl4pPr>
              <a:defRPr lang="ru-RU" cap="none"/>
            </a:lvl4pPr>
            <a:lvl5pPr>
              <a:defRPr lang="ru-RU" cap="none"/>
            </a:lvl5pPr>
            <a:lvl6pPr>
              <a:defRPr lang="ru-RU" cap="none"/>
            </a:lvl6pPr>
            <a:lvl7pPr>
              <a:defRPr lang="ru-RU" cap="none"/>
            </a:lvl7pPr>
            <a:lvl8pPr>
              <a:defRPr lang="ru-RU" cap="none"/>
            </a:lvl8pPr>
            <a:lvl9pPr>
              <a:defRPr lang="ru-RU" cap="none"/>
            </a:lvl9pPr>
          </a:lstStyle>
          <a:p>
            <a:pPr>
              <a:defRPr lang="ru-RU"/>
            </a:pPr>
            <a:fld id="{3F40E185-CBD2-1517-9CF8-3D42AFB66A68}" type="datetime1">
              <a:t>29.05.2025</a:t>
            </a:fld>
            <a:endParaRPr/>
          </a:p>
        </p:txBody>
      </p:sp>
      <p:sp>
        <p:nvSpPr>
          <p:cNvPr id="4" name="Образ слайда 3"/>
          <p:cNvSpPr>
            <a:spLocks noGrp="1" noRot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C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B/f38AAAAAA8zMzADAwP8Af39/AAAAAAAAAAAAAAAAAAAAAAAAAAAAIQAAABgAAAAUAAAAcAgAAAgHAADAIQAABBoAABAAAAAmAAAACAAAAL8fAAD/HwAA"/>
              </a:ext>
            </a:extLst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/>
            <a:tailEnd type="none"/>
          </a:ln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ru-RU"/>
            </a:pPr>
            <a:endParaRPr/>
          </a:p>
        </p:txBody>
      </p:sp>
      <p:sp>
        <p:nvSpPr>
          <p:cNvPr id="5" name="Заметки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AQAABIbAAD4JQAAODEAABAAAAAmAAAACAAAAL8fAAD/HwAA"/>
              </a:ext>
            </a:extLst>
          </p:cNvSpPr>
          <p:nvPr>
            <p:ph type="body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ru-RU"/>
            </a:pPr>
            <a:r>
              <a:t>Образец текста</a:t>
            </a:r>
          </a:p>
          <a:p>
            <a:pPr lvl="1">
              <a:defRPr lang="ru-RU"/>
            </a:pPr>
            <a:r>
              <a:t>Второй уровень</a:t>
            </a:r>
          </a:p>
          <a:p>
            <a:pPr lvl="2">
              <a:defRPr lang="ru-RU"/>
            </a:pPr>
            <a:r>
              <a:t>Третий уровень</a:t>
            </a:r>
          </a:p>
          <a:p>
            <a:pPr lvl="3">
              <a:defRPr lang="ru-RU"/>
            </a:pPr>
            <a:r>
              <a:t>Четвертый уровень</a:t>
            </a:r>
          </a:p>
          <a:p>
            <a:pPr lvl="4">
              <a:defRPr lang="ru-RU"/>
            </a:pPr>
            <a:r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AAAAAG41AABIEgAAQDgAABAAAAAmAAAACAAAAL+fAAD/HwAA"/>
              </a:ext>
            </a:extLst>
          </p:cNvSpPr>
          <p:nvPr>
            <p:ph type="ftr" sz="quarter" idx="11"/>
          </p:nvPr>
        </p:nvSpPr>
        <p:spPr>
          <a:xfrm>
            <a:off x="0" y="8685530"/>
            <a:ext cx="2971800" cy="458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l">
              <a:defRPr lang="ru-RU" sz="1200" cap="none"/>
            </a:lvl1pPr>
            <a:lvl2pPr>
              <a:defRPr lang="ru-RU" cap="none"/>
            </a:lvl2pPr>
            <a:lvl3pPr>
              <a:defRPr lang="ru-RU" cap="none"/>
            </a:lvl3pPr>
            <a:lvl4pPr>
              <a:defRPr lang="ru-RU" cap="none"/>
            </a:lvl4pPr>
            <a:lvl5pPr>
              <a:defRPr lang="ru-RU" cap="none"/>
            </a:lvl5pPr>
            <a:lvl6pPr>
              <a:defRPr lang="ru-RU" cap="none"/>
            </a:lvl6pPr>
            <a:lvl7pPr>
              <a:defRPr lang="ru-RU" cap="none"/>
            </a:lvl7pPr>
            <a:lvl8pPr>
              <a:defRPr lang="ru-RU" cap="none"/>
            </a:lvl8pPr>
            <a:lvl9pPr>
              <a:defRPr lang="ru-RU" cap="none"/>
            </a:lvl9pPr>
          </a:lstStyle>
          <a:p>
            <a:pPr>
              <a:defRPr lang="ru-RU"/>
            </a:pPr>
            <a:endParaRPr/>
          </a:p>
        </p:txBody>
      </p:sp>
      <p:sp>
        <p:nvSpPr>
          <p:cNvPr id="7" name="Номер слайда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5hcAAG41AAAuKgAAQDgAABAAAAAmAAAACAAAAL+fAAD/HwAA"/>
              </a:ext>
            </a:extLst>
          </p:cNvSpPr>
          <p:nvPr>
            <p:ph type="sldNum" sz="quarter" idx="12"/>
          </p:nvPr>
        </p:nvSpPr>
        <p:spPr>
          <a:xfrm>
            <a:off x="3884930" y="8685530"/>
            <a:ext cx="2971800" cy="45847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r">
              <a:defRPr lang="ru-RU" sz="1200" cap="none"/>
            </a:lvl1pPr>
            <a:lvl2pPr>
              <a:defRPr lang="ru-RU" cap="none"/>
            </a:lvl2pPr>
            <a:lvl3pPr>
              <a:defRPr lang="ru-RU" cap="none"/>
            </a:lvl3pPr>
            <a:lvl4pPr>
              <a:defRPr lang="ru-RU" cap="none"/>
            </a:lvl4pPr>
            <a:lvl5pPr>
              <a:defRPr lang="ru-RU" cap="none"/>
            </a:lvl5pPr>
            <a:lvl6pPr>
              <a:defRPr lang="ru-RU" cap="none"/>
            </a:lvl6pPr>
            <a:lvl7pPr>
              <a:defRPr lang="ru-RU" cap="none"/>
            </a:lvl7pPr>
            <a:lvl8pPr>
              <a:defRPr lang="ru-RU" cap="none"/>
            </a:lvl8pPr>
            <a:lvl9pPr>
              <a:defRPr lang="ru-RU" cap="none"/>
            </a:lvl9pPr>
          </a:lstStyle>
          <a:p>
            <a:pPr>
              <a:defRPr lang="ru-RU"/>
            </a:pPr>
            <a:fld id="{3F40BA25-6BD2-154C-9CF8-9D19F4B66AC8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942832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5pPr>
    <a:lvl6pPr marL="22860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6pPr>
    <a:lvl7pPr marL="2743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7pPr>
    <a:lvl8pPr marL="3200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8pPr>
    <a:lvl9pPr marL="3657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lang="ru-RU" sz="1200" b="0" i="0" u="none" strike="noStrike" kern="1" cap="none" spc="0" baseline="0">
        <a:solidFill>
          <a:schemeClr val="tx1"/>
        </a:solidFill>
        <a:effectLst/>
        <a:latin typeface="Calibri" pitchFamily="2" charset="-52"/>
        <a:ea typeface="Calibri" pitchFamily="2" charset="-52"/>
        <a:cs typeface="Calibri" pitchFamily="2" charset="-5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gradFill flip="none" rotWithShape="0">
          <a:gsLst>
            <a:gs pos="0">
              <a:schemeClr val="bg1"/>
            </a:gs>
            <a:gs pos="100000">
              <a:srgbClr val="C5D5EB"/>
            </a:gs>
          </a:gsLst>
          <a:path path="shape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cAAOgGAAA4MQAAmBUAABAAAAAmAAAACAAAAL2QAAAAAAAA"/>
              </a:ext>
            </a:extLst>
          </p:cNvSpPr>
          <p:nvPr>
            <p:ph type="ctrTitle"/>
          </p:nvPr>
        </p:nvSpPr>
        <p:spPr>
          <a:xfrm>
            <a:off x="1143000" y="1122680"/>
            <a:ext cx="6858000" cy="238760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algn="ctr">
              <a:defRPr lang="ru-RU" sz="4500" cap="none"/>
            </a:lvl1pPr>
            <a:lvl2pPr>
              <a:defRPr lang="ru-RU" cap="none"/>
            </a:lvl2pPr>
            <a:lvl3pPr>
              <a:defRPr lang="ru-RU" cap="none"/>
            </a:lvl3pPr>
            <a:lvl4pPr>
              <a:defRPr lang="ru-RU" cap="none"/>
            </a:lvl4pPr>
            <a:lvl5pPr>
              <a:defRPr lang="ru-RU" cap="none"/>
            </a:lvl5pPr>
            <a:lvl6pPr>
              <a:defRPr lang="ru-RU" cap="none"/>
            </a:lvl6pPr>
            <a:lvl7pPr>
              <a:defRPr lang="ru-RU" cap="none"/>
            </a:lvl7pPr>
            <a:lvl8pPr>
              <a:defRPr lang="ru-RU" cap="none"/>
            </a:lvl8pPr>
            <a:lvl9pPr>
              <a:defRPr lang="ru-RU" cap="none"/>
            </a:lvl9pPr>
          </a:lstStyle>
          <a:p>
            <a:pPr>
              <a:defRPr lang="ru-RU"/>
            </a:pPr>
            <a:r>
              <a:t>Образец заголовка</a:t>
            </a:r>
          </a:p>
        </p:txBody>
      </p:sp>
      <p:sp>
        <p:nvSpPr>
          <p:cNvPr id="3" name="Подзаголовок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CAcAACkWAAA4MQAAWCAAABAAAAAmAAAACAAAAAGAAAAAAAAA"/>
              </a:ext>
            </a:extLst>
          </p:cNvSpPr>
          <p:nvPr>
            <p:ph type="subTitle" idx="1"/>
          </p:nvPr>
        </p:nvSpPr>
        <p:spPr>
          <a:xfrm>
            <a:off x="1143000" y="3602355"/>
            <a:ext cx="6858000" cy="1655445"/>
          </a:xfrm>
        </p:spPr>
        <p:txBody>
          <a:bodyPr/>
          <a:lstStyle>
            <a:lvl1pPr marL="0" indent="0" algn="ctr">
              <a:buNone/>
              <a:defRPr lang="ru-RU" sz="1800" cap="none"/>
            </a:lvl1pPr>
            <a:lvl2pPr marL="342900" indent="0" algn="ctr">
              <a:buNone/>
              <a:defRPr lang="ru-RU" sz="1500" cap="none"/>
            </a:lvl2pPr>
            <a:lvl3pPr marL="685800" indent="0" algn="ctr">
              <a:buNone/>
              <a:defRPr lang="ru-RU" sz="1350" cap="none"/>
            </a:lvl3pPr>
            <a:lvl4pPr marL="1028700" indent="0" algn="ctr">
              <a:buNone/>
              <a:defRPr lang="ru-RU" sz="1200" cap="none"/>
            </a:lvl4pPr>
            <a:lvl5pPr marL="1371600" indent="0" algn="ctr">
              <a:buNone/>
              <a:defRPr lang="ru-RU" sz="1200" cap="none"/>
            </a:lvl5pPr>
            <a:lvl6pPr marL="1714500" indent="0" algn="ctr">
              <a:buNone/>
              <a:defRPr lang="ru-RU" sz="1200" cap="none"/>
            </a:lvl6pPr>
            <a:lvl7pPr marL="2057400" indent="0" algn="ctr">
              <a:buNone/>
              <a:defRPr lang="ru-RU" sz="1200" cap="none"/>
            </a:lvl7pPr>
            <a:lvl8pPr marL="2400300" indent="0" algn="ctr">
              <a:buNone/>
              <a:defRPr lang="ru-RU" sz="1200" cap="none"/>
            </a:lvl8pPr>
            <a:lvl9pPr marL="2743200" indent="0" algn="ctr">
              <a:buNone/>
              <a:defRPr lang="ru-RU" sz="1200" cap="none"/>
            </a:lvl9pPr>
          </a:lstStyle>
          <a:p>
            <a:pPr>
              <a:defRPr lang="ru-RU"/>
            </a:pPr>
            <a:r>
              <a:t>Образец подзаголовка</a:t>
            </a:r>
          </a:p>
        </p:txBody>
      </p:sp>
      <p:sp>
        <p:nvSpPr>
          <p:cNvPr id="4" name="Дат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NCS0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gMAABonAACGEA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3F40FB2C-62D2-150D-9CF8-9458B5B66AC1}" type="datetime1">
              <a:t>29.05.2025</a:t>
            </a:fld>
            <a:endParaRPr/>
          </a:p>
        </p:txBody>
      </p:sp>
      <p:sp>
        <p:nvSpPr>
          <p:cNvPr id="5" name="Нижний колонтитул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wrIF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hIAABonAACe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  <a:endParaRPr/>
          </a:p>
        </p:txBody>
      </p:sp>
      <p:sp>
        <p:nvSpPr>
          <p:cNvPr id="6" name="Номер слайда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JAs0A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icAABonAABiNA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40E72D-63D2-1511-9CF8-9544A9B66AC0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gradFill flip="none" rotWithShape="0">
          <a:gsLst>
            <a:gs pos="0">
              <a:schemeClr val="bg1"/>
            </a:gs>
            <a:gs pos="100000">
              <a:srgbClr val="C5D5EB"/>
            </a:gs>
          </a:gsLst>
          <a:path path="shape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gMAAD8CAABiNA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ru-RU"/>
            </a:pPr>
            <a:r>
              <a:t>Образец заголовка</a:t>
            </a:r>
          </a:p>
        </p:txBody>
      </p:sp>
      <p:sp>
        <p:nvSpPr>
          <p:cNvPr id="3" name="Объект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gMAADsLAABiNAAAACYAABAAAAAmAAAACAAAAAAAAAAAAAAA"/>
              </a:ext>
            </a:extLst>
          </p:cNvSpPr>
          <p:nvPr>
            <p:ph idx="1"/>
          </p:nvPr>
        </p:nvSpPr>
        <p:spPr/>
        <p:txBody>
          <a:bodyPr/>
          <a:lstStyle/>
          <a:p>
            <a:pPr>
              <a:defRPr lang="ru-RU"/>
            </a:pPr>
            <a:r>
              <a:t>Образец текста</a:t>
            </a:r>
          </a:p>
          <a:p>
            <a:pPr lvl="1">
              <a:defRPr lang="ru-RU"/>
            </a:pPr>
            <a:r>
              <a:t>Second level</a:t>
            </a:r>
          </a:p>
          <a:p>
            <a:pPr lvl="2">
              <a:defRPr lang="ru-RU"/>
            </a:pPr>
            <a:r>
              <a:t>Third level</a:t>
            </a:r>
          </a:p>
          <a:p>
            <a:pPr lvl="3">
              <a:defRPr lang="ru-RU"/>
            </a:pPr>
            <a:r>
              <a:t>Fourth level</a:t>
            </a:r>
          </a:p>
          <a:p>
            <a:pPr lvl="4">
              <a:defRPr lang="ru-RU"/>
            </a:pPr>
            <a:r>
              <a:t>Fifth level</a:t>
            </a:r>
          </a:p>
        </p:txBody>
      </p:sp>
      <p:sp>
        <p:nvSpPr>
          <p:cNvPr id="4" name="Дат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i/xg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gMAABonAACGEA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3F40D49D-D3D2-1522-9CF8-25779AB66A70}" type="datetime1">
              <a:t>29.05.2025</a:t>
            </a:fld>
            <a:endParaRPr/>
          </a:p>
        </p:txBody>
      </p:sp>
      <p:sp>
        <p:nvSpPr>
          <p:cNvPr id="5" name="Нижний колонтитул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hIAABonAACe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  <a:endParaRPr/>
          </a:p>
        </p:txBody>
      </p:sp>
      <p:sp>
        <p:nvSpPr>
          <p:cNvPr id="6" name="Номер слайда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E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icAABonAABiNA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40A80E-40D2-155E-9CF8-B60BE6B66AE3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gradFill flip="none" rotWithShape="0">
          <a:gsLst>
            <a:gs pos="0">
              <a:schemeClr val="bg1"/>
            </a:gs>
            <a:gs pos="100000">
              <a:srgbClr val="C5D5EB"/>
            </a:gs>
          </a:gsLst>
          <a:path path="shape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NNYX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1wMAAIUKAABbNAAAERwAABAAAAAmAAAACAAAAL2QAAAAAAAA"/>
              </a:ext>
            </a:extLst>
          </p:cNvSpPr>
          <p:nvPr>
            <p:ph type="title"/>
          </p:nvPr>
        </p:nvSpPr>
        <p:spPr>
          <a:xfrm>
            <a:off x="624205" y="1710055"/>
            <a:ext cx="7886700" cy="285242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>
              <a:defRPr lang="ru-RU" sz="4500" cap="none"/>
            </a:lvl1pPr>
            <a:lvl2pPr>
              <a:defRPr lang="ru-RU" cap="none"/>
            </a:lvl2pPr>
            <a:lvl3pPr>
              <a:defRPr lang="ru-RU" cap="none"/>
            </a:lvl3pPr>
            <a:lvl4pPr>
              <a:defRPr lang="ru-RU" cap="none"/>
            </a:lvl4pPr>
            <a:lvl5pPr>
              <a:defRPr lang="ru-RU" cap="none"/>
            </a:lvl5pPr>
            <a:lvl6pPr>
              <a:defRPr lang="ru-RU" cap="none"/>
            </a:lvl6pPr>
            <a:lvl7pPr>
              <a:defRPr lang="ru-RU" cap="none"/>
            </a:lvl7pPr>
            <a:lvl8pPr>
              <a:defRPr lang="ru-RU" cap="none"/>
            </a:lvl8pPr>
            <a:lvl9pPr>
              <a:defRPr lang="ru-RU" cap="none"/>
            </a:lvl9pPr>
          </a:lstStyle>
          <a:p>
            <a:pPr>
              <a:defRPr lang="ru-RU"/>
            </a:pPr>
            <a:r>
              <a:t>Образец заголовка</a:t>
            </a:r>
          </a:p>
        </p:txBody>
      </p:sp>
      <p:sp>
        <p:nvSpPr>
          <p:cNvPr id="3" name="Текст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1wMAADwcAABbNAAAdiUAABAAAAAmAAAACAAAAAGAAAAAAAAA"/>
              </a:ext>
            </a:extLst>
          </p:cNvSpPr>
          <p:nvPr>
            <p:ph idx="1"/>
          </p:nvPr>
        </p:nvSpPr>
        <p:spPr>
          <a:xfrm>
            <a:off x="624205" y="4589780"/>
            <a:ext cx="7886700" cy="1499870"/>
          </a:xfrm>
        </p:spPr>
        <p:txBody>
          <a:bodyPr/>
          <a:lstStyle>
            <a:lvl1pPr marL="0" indent="0">
              <a:buNone/>
              <a:defRPr lang="ru-RU" sz="1800" cap="none">
                <a:solidFill>
                  <a:srgbClr val="8C8C8C"/>
                </a:solidFill>
              </a:defRPr>
            </a:lvl1pPr>
            <a:lvl2pPr marL="342900" indent="0">
              <a:buNone/>
              <a:defRPr lang="ru-RU" sz="1500" cap="none">
                <a:solidFill>
                  <a:srgbClr val="8C8C8C"/>
                </a:solidFill>
              </a:defRPr>
            </a:lvl2pPr>
            <a:lvl3pPr marL="685800" indent="0">
              <a:buNone/>
              <a:defRPr lang="ru-RU" sz="1350" cap="none">
                <a:solidFill>
                  <a:srgbClr val="8C8C8C"/>
                </a:solidFill>
              </a:defRPr>
            </a:lvl3pPr>
            <a:lvl4pPr marL="1028700" indent="0">
              <a:buNone/>
              <a:defRPr lang="ru-RU" sz="1200" cap="none">
                <a:solidFill>
                  <a:srgbClr val="8C8C8C"/>
                </a:solidFill>
              </a:defRPr>
            </a:lvl4pPr>
            <a:lvl5pPr marL="1371600" indent="0">
              <a:buNone/>
              <a:defRPr lang="ru-RU" sz="1200" cap="none">
                <a:solidFill>
                  <a:srgbClr val="8C8C8C"/>
                </a:solidFill>
              </a:defRPr>
            </a:lvl5pPr>
            <a:lvl6pPr marL="1714500" indent="0">
              <a:buNone/>
              <a:defRPr lang="ru-RU" sz="1200" cap="none">
                <a:solidFill>
                  <a:srgbClr val="8C8C8C"/>
                </a:solidFill>
              </a:defRPr>
            </a:lvl6pPr>
            <a:lvl7pPr marL="2057400" indent="0">
              <a:buNone/>
              <a:defRPr lang="ru-RU" sz="1200" cap="none">
                <a:solidFill>
                  <a:srgbClr val="8C8C8C"/>
                </a:solidFill>
              </a:defRPr>
            </a:lvl7pPr>
            <a:lvl8pPr marL="2400300" indent="0">
              <a:buNone/>
              <a:defRPr lang="ru-RU" sz="1200" cap="none">
                <a:solidFill>
                  <a:srgbClr val="8C8C8C"/>
                </a:solidFill>
              </a:defRPr>
            </a:lvl8pPr>
            <a:lvl9pPr marL="2743200" indent="0">
              <a:buNone/>
              <a:defRPr lang="ru-RU" sz="1200" cap="none">
                <a:solidFill>
                  <a:srgbClr val="8C8C8C"/>
                </a:solidFill>
              </a:defRPr>
            </a:lvl9pPr>
          </a:lstStyle>
          <a:p>
            <a:pPr>
              <a:defRPr lang="ru-RU"/>
            </a:pPr>
            <a:r>
              <a:t>Образец текста</a:t>
            </a:r>
          </a:p>
        </p:txBody>
      </p:sp>
      <p:sp>
        <p:nvSpPr>
          <p:cNvPr id="4" name="Дат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Kgcxw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gMAABonAACGEA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3F4093BE-F0D2-1565-9CF8-0630DDB66A53}" type="datetime1">
              <a:t>29.05.2025</a:t>
            </a:fld>
            <a:endParaRPr/>
          </a:p>
        </p:txBody>
      </p:sp>
      <p:sp>
        <p:nvSpPr>
          <p:cNvPr id="5" name="Нижний колонтитул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hIAABonAACe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  <a:endParaRPr/>
          </a:p>
        </p:txBody>
      </p:sp>
      <p:sp>
        <p:nvSpPr>
          <p:cNvPr id="6" name="Номер слайда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CArIF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icAABonAABiNA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40DDD7-99D2-152B-9CF8-6F7E93B66A3A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Pr>
        <a:gradFill flip="none" rotWithShape="0">
          <a:gsLst>
            <a:gs pos="0">
              <a:schemeClr val="bg1"/>
            </a:gs>
            <a:gs pos="100000">
              <a:srgbClr val="C5D5EB"/>
            </a:gs>
          </a:gsLst>
          <a:path path="shape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CY6oQo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gMAAD8CAABiNA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ru-RU"/>
            </a:pPr>
            <a:r>
              <a:t>Образец заголовка</a:t>
            </a:r>
          </a:p>
        </p:txBody>
      </p:sp>
      <p:sp>
        <p:nvSpPr>
          <p:cNvPr id="3" name="Объект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NNYX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gMAADsLAADGGwAAACYAABAAAAAmAAAACAAAAAEAAAAAAAAA"/>
              </a:ext>
            </a:extLst>
          </p:cNvSpPr>
          <p:nvPr>
            <p:ph idx="1"/>
          </p:nvPr>
        </p:nvSpPr>
        <p:spPr>
          <a:xfrm>
            <a:off x="628650" y="1825625"/>
            <a:ext cx="3886200" cy="4351655"/>
          </a:xfrm>
        </p:spPr>
        <p:txBody>
          <a:bodyPr/>
          <a:lstStyle/>
          <a:p>
            <a:pPr>
              <a:defRPr lang="ru-RU"/>
            </a:pPr>
            <a:r>
              <a:t>Образец текста</a:t>
            </a:r>
          </a:p>
          <a:p>
            <a:pPr lvl="1">
              <a:defRPr lang="ru-RU"/>
            </a:pPr>
            <a:r>
              <a:t>Second level</a:t>
            </a:r>
          </a:p>
          <a:p>
            <a:pPr lvl="2">
              <a:defRPr lang="ru-RU"/>
            </a:pPr>
            <a:r>
              <a:t>Third level</a:t>
            </a:r>
          </a:p>
          <a:p>
            <a:pPr lvl="3">
              <a:defRPr lang="ru-RU"/>
            </a:pPr>
            <a:r>
              <a:t>Fourth level</a:t>
            </a:r>
          </a:p>
          <a:p>
            <a:pPr lvl="4">
              <a:defRPr lang="ru-RU"/>
            </a:pPr>
            <a:r>
              <a:t>Fifth level</a:t>
            </a:r>
          </a:p>
        </p:txBody>
      </p:sp>
      <p:sp>
        <p:nvSpPr>
          <p:cNvPr id="4" name="Объект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Nd4AP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ehwAADsLAABiNAAAACYAABAAAAAmAAAACAAAAAEAAAAAAAAA"/>
              </a:ext>
            </a:extLst>
          </p:cNvSpPr>
          <p:nvPr>
            <p:ph idx="2"/>
          </p:nvPr>
        </p:nvSpPr>
        <p:spPr>
          <a:xfrm>
            <a:off x="4629150" y="1825625"/>
            <a:ext cx="3886200" cy="4351655"/>
          </a:xfrm>
        </p:spPr>
        <p:txBody>
          <a:bodyPr/>
          <a:lstStyle/>
          <a:p>
            <a:pPr>
              <a:defRPr lang="ru-RU"/>
            </a:pPr>
            <a:r>
              <a:t>Образец текста</a:t>
            </a:r>
          </a:p>
          <a:p>
            <a:pPr lvl="1">
              <a:defRPr lang="ru-RU"/>
            </a:pPr>
            <a:r>
              <a:t>Second level</a:t>
            </a:r>
          </a:p>
          <a:p>
            <a:pPr lvl="2">
              <a:defRPr lang="ru-RU"/>
            </a:pPr>
            <a:r>
              <a:t>Third level</a:t>
            </a:r>
          </a:p>
          <a:p>
            <a:pPr lvl="3">
              <a:defRPr lang="ru-RU"/>
            </a:pPr>
            <a:r>
              <a:t>Fourth level</a:t>
            </a:r>
          </a:p>
          <a:p>
            <a:pPr lvl="4">
              <a:defRPr lang="ru-RU"/>
            </a:pPr>
            <a:r>
              <a:t>Fifth level</a:t>
            </a:r>
          </a:p>
        </p:txBody>
      </p:sp>
      <p:sp>
        <p:nvSpPr>
          <p:cNvPr id="5" name="Дата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gMAABonAACGEA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3F40CE5C-12D2-1538-9CF8-E46D80B66AB1}" type="datetime1">
              <a:t>29.05.2025</a:t>
            </a:fld>
            <a:endParaRPr/>
          </a:p>
        </p:txBody>
      </p:sp>
      <p:sp>
        <p:nvSpPr>
          <p:cNvPr id="6" name="Нижний колонтитул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hIAABonAACe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  <a:endParaRPr/>
          </a:p>
        </p:txBody>
      </p:sp>
      <p:sp>
        <p:nvSpPr>
          <p:cNvPr id="7" name="Номер слайда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icAABonAABiNA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40C488-C6D2-1532-9CF8-30678AB66A65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bg>
      <p:bgPr>
        <a:gradFill flip="none" rotWithShape="0">
          <a:gsLst>
            <a:gs pos="0">
              <a:schemeClr val="bg1"/>
            </a:gs>
            <a:gs pos="100000">
              <a:srgbClr val="C5D5EB"/>
            </a:gs>
          </a:gsLst>
          <a:path path="shape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4AMAAD8CAABkNAAAZwoAABAAAAAmAAAACAAAAAEAAAAAAAAA"/>
              </a:ext>
            </a:extLst>
          </p:cNvSpPr>
          <p:nvPr>
            <p:ph type="title"/>
          </p:nvPr>
        </p:nvSpPr>
        <p:spPr>
          <a:xfrm>
            <a:off x="629920" y="365125"/>
            <a:ext cx="7886700" cy="1325880"/>
          </a:xfrm>
        </p:spPr>
        <p:txBody>
          <a:bodyPr/>
          <a:lstStyle/>
          <a:p>
            <a:pPr>
              <a:defRPr lang="ru-RU"/>
            </a:pPr>
            <a:r>
              <a:t>Образец заголовка</a:t>
            </a:r>
          </a:p>
        </p:txBody>
      </p:sp>
      <p:sp>
        <p:nvSpPr>
          <p:cNvPr id="3" name="Текст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4AMAAFgKAACsGwAAaQ8AABAAAAAmAAAACAAAAL2QAAAAAAAA"/>
              </a:ext>
            </a:extLst>
          </p:cNvSpPr>
          <p:nvPr>
            <p:ph idx="1"/>
          </p:nvPr>
        </p:nvSpPr>
        <p:spPr>
          <a:xfrm>
            <a:off x="629920" y="1681480"/>
            <a:ext cx="3868420" cy="82359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ru-RU" sz="1800" b="1" cap="none"/>
            </a:lvl1pPr>
            <a:lvl2pPr marL="342900" indent="0">
              <a:buNone/>
              <a:defRPr lang="ru-RU" sz="1500" b="1" cap="none"/>
            </a:lvl2pPr>
            <a:lvl3pPr marL="685800" indent="0">
              <a:buNone/>
              <a:defRPr lang="ru-RU" sz="1350" b="1" cap="none"/>
            </a:lvl3pPr>
            <a:lvl4pPr marL="1028700" indent="0">
              <a:buNone/>
              <a:defRPr lang="ru-RU" sz="1200" b="1" cap="none"/>
            </a:lvl4pPr>
            <a:lvl5pPr marL="1371600" indent="0">
              <a:buNone/>
              <a:defRPr lang="ru-RU" sz="1200" b="1" cap="none"/>
            </a:lvl5pPr>
            <a:lvl6pPr marL="1714500" indent="0">
              <a:buNone/>
              <a:defRPr lang="ru-RU" sz="1200" b="1" cap="none"/>
            </a:lvl6pPr>
            <a:lvl7pPr marL="2057400" indent="0">
              <a:buNone/>
              <a:defRPr lang="ru-RU" sz="1200" b="1" cap="none"/>
            </a:lvl7pPr>
            <a:lvl8pPr marL="2400300" indent="0">
              <a:buNone/>
              <a:defRPr lang="ru-RU" sz="1200" b="1" cap="none"/>
            </a:lvl8pPr>
            <a:lvl9pPr marL="2743200" indent="0">
              <a:buNone/>
              <a:defRPr lang="ru-RU" sz="1200" b="1" cap="none"/>
            </a:lvl9pPr>
          </a:lstStyle>
          <a:p>
            <a:pPr>
              <a:defRPr lang="ru-RU"/>
            </a:pPr>
            <a:r>
              <a:t>Образец текста</a:t>
            </a:r>
          </a:p>
        </p:txBody>
      </p:sp>
      <p:sp>
        <p:nvSpPr>
          <p:cNvPr id="4" name="Объект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s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4AMAAGkPAACsGwAAFCYAABAAAAAmAAAACAAAAAEAAAAAAAAA"/>
              </a:ext>
            </a:extLst>
          </p:cNvSpPr>
          <p:nvPr>
            <p:ph idx="2"/>
          </p:nvPr>
        </p:nvSpPr>
        <p:spPr>
          <a:xfrm>
            <a:off x="629920" y="2505075"/>
            <a:ext cx="3868420" cy="3684905"/>
          </a:xfrm>
        </p:spPr>
        <p:txBody>
          <a:bodyPr/>
          <a:lstStyle/>
          <a:p>
            <a:pPr>
              <a:defRPr lang="ru-RU"/>
            </a:pPr>
            <a:r>
              <a:t>Образец текста</a:t>
            </a:r>
          </a:p>
          <a:p>
            <a:pPr lvl="1">
              <a:defRPr lang="ru-RU"/>
            </a:pPr>
            <a:r>
              <a:t>Second level</a:t>
            </a:r>
          </a:p>
          <a:p>
            <a:pPr lvl="2">
              <a:defRPr lang="ru-RU"/>
            </a:pPr>
            <a:r>
              <a:t>Third level</a:t>
            </a:r>
          </a:p>
          <a:p>
            <a:pPr lvl="3">
              <a:defRPr lang="ru-RU"/>
            </a:pPr>
            <a:r>
              <a:t>Fourth level</a:t>
            </a:r>
          </a:p>
          <a:p>
            <a:pPr lvl="4">
              <a:defRPr lang="ru-RU"/>
            </a:pPr>
            <a:r>
              <a:t>Fifth level</a:t>
            </a:r>
          </a:p>
        </p:txBody>
      </p:sp>
      <p:sp>
        <p:nvSpPr>
          <p:cNvPr id="5" name="Текст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ehwAAFgKAABkNAAAaQ8AABAAAAAmAAAACAAAAL2QAAAAAAAA"/>
              </a:ext>
            </a:extLst>
          </p:cNvSpPr>
          <p:nvPr>
            <p:ph idx="3"/>
          </p:nvPr>
        </p:nvSpPr>
        <p:spPr>
          <a:xfrm>
            <a:off x="4629150" y="1681480"/>
            <a:ext cx="3887470" cy="823595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 marL="0" indent="0">
              <a:buNone/>
              <a:defRPr lang="ru-RU" sz="1800" b="1" cap="none"/>
            </a:lvl1pPr>
            <a:lvl2pPr marL="342900" indent="0">
              <a:buNone/>
              <a:defRPr lang="ru-RU" sz="1500" b="1" cap="none"/>
            </a:lvl2pPr>
            <a:lvl3pPr marL="685800" indent="0">
              <a:buNone/>
              <a:defRPr lang="ru-RU" sz="1350" b="1" cap="none"/>
            </a:lvl3pPr>
            <a:lvl4pPr marL="1028700" indent="0">
              <a:buNone/>
              <a:defRPr lang="ru-RU" sz="1200" b="1" cap="none"/>
            </a:lvl4pPr>
            <a:lvl5pPr marL="1371600" indent="0">
              <a:buNone/>
              <a:defRPr lang="ru-RU" sz="1200" b="1" cap="none"/>
            </a:lvl5pPr>
            <a:lvl6pPr marL="1714500" indent="0">
              <a:buNone/>
              <a:defRPr lang="ru-RU" sz="1200" b="1" cap="none"/>
            </a:lvl6pPr>
            <a:lvl7pPr marL="2057400" indent="0">
              <a:buNone/>
              <a:defRPr lang="ru-RU" sz="1200" b="1" cap="none"/>
            </a:lvl7pPr>
            <a:lvl8pPr marL="2400300" indent="0">
              <a:buNone/>
              <a:defRPr lang="ru-RU" sz="1200" b="1" cap="none"/>
            </a:lvl8pPr>
            <a:lvl9pPr marL="2743200" indent="0">
              <a:buNone/>
              <a:defRPr lang="ru-RU" sz="1200" b="1" cap="none"/>
            </a:lvl9pPr>
          </a:lstStyle>
          <a:p>
            <a:pPr>
              <a:defRPr lang="ru-RU"/>
            </a:pPr>
            <a:r>
              <a:t>Образец текста</a:t>
            </a:r>
          </a:p>
        </p:txBody>
      </p:sp>
      <p:sp>
        <p:nvSpPr>
          <p:cNvPr id="6" name="Объект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F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ehwAAGkPAABkNAAAFCYAABAAAAAmAAAACAAAAAEAAAAAAAAA"/>
              </a:ext>
            </a:extLst>
          </p:cNvSpPr>
          <p:nvPr>
            <p:ph idx="4"/>
          </p:nvPr>
        </p:nvSpPr>
        <p:spPr>
          <a:xfrm>
            <a:off x="4629150" y="2505075"/>
            <a:ext cx="3887470" cy="3684905"/>
          </a:xfrm>
        </p:spPr>
        <p:txBody>
          <a:bodyPr/>
          <a:lstStyle/>
          <a:p>
            <a:pPr>
              <a:defRPr lang="ru-RU"/>
            </a:pPr>
            <a:r>
              <a:t>Образец текста</a:t>
            </a:r>
          </a:p>
          <a:p>
            <a:pPr lvl="1">
              <a:defRPr lang="ru-RU"/>
            </a:pPr>
            <a:r>
              <a:t>Second level</a:t>
            </a:r>
          </a:p>
          <a:p>
            <a:pPr lvl="2">
              <a:defRPr lang="ru-RU"/>
            </a:pPr>
            <a:r>
              <a:t>Third level</a:t>
            </a:r>
          </a:p>
          <a:p>
            <a:pPr lvl="3">
              <a:defRPr lang="ru-RU"/>
            </a:pPr>
            <a:r>
              <a:t>Fourth level</a:t>
            </a:r>
          </a:p>
          <a:p>
            <a:pPr lvl="4">
              <a:defRPr lang="ru-RU"/>
            </a:pPr>
            <a:r>
              <a:t>Fifth level</a:t>
            </a:r>
          </a:p>
        </p:txBody>
      </p:sp>
      <p:sp>
        <p:nvSpPr>
          <p:cNvPr id="7" name="Дата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CAg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gMAABonAACGEA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3F40FF93-DDD2-1509-9CF8-2B5CB1B66A7E}" type="datetime1">
              <a:t>29.05.2025</a:t>
            </a:fld>
            <a:endParaRPr/>
          </a:p>
        </p:txBody>
      </p:sp>
      <p:sp>
        <p:nvSpPr>
          <p:cNvPr id="8" name="Нижний колонтитул 7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hIAABonAACe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  <a:endParaRPr/>
          </a:p>
        </p:txBody>
      </p:sp>
      <p:sp>
        <p:nvSpPr>
          <p:cNvPr id="9" name="Номер слайда 8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icAABonAABiNA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40D08F-C1D2-1526-9CF8-37739EB66A62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gradFill flip="none" rotWithShape="0">
          <a:gsLst>
            <a:gs pos="0">
              <a:schemeClr val="bg1"/>
            </a:gs>
            <a:gs pos="100000">
              <a:srgbClr val="C5D5EB"/>
            </a:gs>
          </a:gsLst>
          <a:path path="shape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JF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gMAAD8CAABiNA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ru-RU"/>
            </a:pPr>
            <a:r>
              <a:t>Образец заголовка</a:t>
            </a:r>
          </a:p>
        </p:txBody>
      </p:sp>
      <p:sp>
        <p:nvSpPr>
          <p:cNvPr id="3" name="Дата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gMAABonAACGEA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3F40C622-6CD2-1530-9CF8-9A6588B66ACF}" type="datetime1">
              <a:t>29.05.2025</a:t>
            </a:fld>
            <a:endParaRPr/>
          </a:p>
        </p:txBody>
      </p:sp>
      <p:sp>
        <p:nvSpPr>
          <p:cNvPr id="4" name="Нижний колонтитул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hIAABonAACe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  <a:endParaRPr/>
          </a:p>
        </p:txBody>
      </p:sp>
      <p:sp>
        <p:nvSpPr>
          <p:cNvPr id="5" name="Номер слайда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icAABonAABiNA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4088C7-89D2-157E-9CF8-7F2BC6B66A2A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bg>
      <p:bgPr>
        <a:gradFill flip="none" rotWithShape="0">
          <a:gsLst>
            <a:gs pos="0">
              <a:schemeClr val="bg1"/>
            </a:gs>
            <a:gs pos="100000">
              <a:srgbClr val="C5D5EB"/>
            </a:gs>
          </a:gsLst>
          <a:path path="shape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Hh4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gMAABonAACGEA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3F40C475-3BD2-1532-9CF8-CD678AB66A98}" type="datetime1">
              <a:t>29.05.2025</a:t>
            </a:fld>
            <a:endParaRPr/>
          </a:p>
        </p:txBody>
      </p:sp>
      <p:sp>
        <p:nvSpPr>
          <p:cNvPr id="3" name="Нижний колонтитул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//AP4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hIAABonAACe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  <a:endParaRPr/>
          </a:p>
        </p:txBody>
      </p:sp>
      <p:sp>
        <p:nvSpPr>
          <p:cNvPr id="4" name="Номер слайд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icAABonAABiNA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40C5F7-B9D2-1533-9CF8-4F668BB66A1A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bg>
      <p:bgPr>
        <a:gradFill flip="none" rotWithShape="0">
          <a:gsLst>
            <a:gs pos="0">
              <a:schemeClr val="bg1"/>
            </a:gs>
            <a:gs pos="100000">
              <a:srgbClr val="C5D5EB"/>
            </a:gs>
          </a:gsLst>
          <a:path path="shape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4AMAANACAAAEFgAAqAwAABAAAAAmAAAACAAAAL2QAAAAAAAA"/>
              </a:ext>
            </a:extLst>
          </p:cNvSpPr>
          <p:nvPr>
            <p:ph type="title"/>
          </p:nvPr>
        </p:nvSpPr>
        <p:spPr>
          <a:xfrm>
            <a:off x="629920" y="457200"/>
            <a:ext cx="2948940" cy="160020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>
              <a:defRPr lang="ru-RU" sz="2400" cap="none"/>
            </a:lvl1pPr>
            <a:lvl2pPr>
              <a:defRPr lang="ru-RU" cap="none"/>
            </a:lvl2pPr>
            <a:lvl3pPr>
              <a:defRPr lang="ru-RU" cap="none"/>
            </a:lvl3pPr>
            <a:lvl4pPr>
              <a:defRPr lang="ru-RU" cap="none"/>
            </a:lvl4pPr>
            <a:lvl5pPr>
              <a:defRPr lang="ru-RU" cap="none"/>
            </a:lvl5pPr>
            <a:lvl6pPr>
              <a:defRPr lang="ru-RU" cap="none"/>
            </a:lvl6pPr>
            <a:lvl7pPr>
              <a:defRPr lang="ru-RU" cap="none"/>
            </a:lvl7pPr>
            <a:lvl8pPr>
              <a:defRPr lang="ru-RU" cap="none"/>
            </a:lvl8pPr>
            <a:lvl9pPr>
              <a:defRPr lang="ru-RU" cap="none"/>
            </a:lvl9pPr>
          </a:lstStyle>
          <a:p>
            <a:pPr>
              <a:defRPr lang="ru-RU"/>
            </a:pPr>
            <a:r>
              <a:t>Образец заголовка</a:t>
            </a:r>
          </a:p>
        </p:txBody>
      </p:sp>
      <p:sp>
        <p:nvSpPr>
          <p:cNvPr id="3" name="Объект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hcAABMGAABkNAAADiQAABAAAAAmAAAACAAAAAGAAAAAAAAA"/>
              </a:ext>
            </a:extLst>
          </p:cNvSpPr>
          <p:nvPr>
            <p:ph idx="1"/>
          </p:nvPr>
        </p:nvSpPr>
        <p:spPr>
          <a:xfrm>
            <a:off x="3887470" y="987425"/>
            <a:ext cx="4629150" cy="4873625"/>
          </a:xfrm>
        </p:spPr>
        <p:txBody>
          <a:bodyPr/>
          <a:lstStyle>
            <a:lvl1pPr>
              <a:defRPr lang="ru-RU" sz="2400" cap="none"/>
            </a:lvl1pPr>
            <a:lvl2pPr>
              <a:defRPr lang="ru-RU" sz="2100" cap="none"/>
            </a:lvl2pPr>
            <a:lvl3pPr>
              <a:defRPr lang="ru-RU" sz="1800" cap="none"/>
            </a:lvl3pPr>
            <a:lvl4pPr>
              <a:defRPr lang="ru-RU" sz="1500" cap="none"/>
            </a:lvl4pPr>
            <a:lvl5pPr>
              <a:defRPr lang="ru-RU" sz="1500" cap="none"/>
            </a:lvl5pPr>
            <a:lvl6pPr>
              <a:defRPr lang="ru-RU" sz="1500" cap="none"/>
            </a:lvl6pPr>
            <a:lvl7pPr>
              <a:defRPr lang="ru-RU" sz="1500" cap="none"/>
            </a:lvl7pPr>
            <a:lvl8pPr>
              <a:defRPr lang="ru-RU" sz="1500" cap="none"/>
            </a:lvl8pPr>
            <a:lvl9pPr>
              <a:defRPr lang="ru-RU" sz="1500" cap="none"/>
            </a:lvl9pPr>
          </a:lstStyle>
          <a:p>
            <a:pPr>
              <a:defRPr lang="ru-RU"/>
            </a:pPr>
            <a:r>
              <a:t>Образец текста</a:t>
            </a:r>
          </a:p>
          <a:p>
            <a:pPr lvl="1">
              <a:defRPr lang="ru-RU"/>
            </a:pPr>
            <a:r>
              <a:t>Second level</a:t>
            </a:r>
          </a:p>
          <a:p>
            <a:pPr lvl="2">
              <a:defRPr lang="ru-RU"/>
            </a:pPr>
            <a:r>
              <a:t>Third level</a:t>
            </a:r>
          </a:p>
          <a:p>
            <a:pPr lvl="3">
              <a:defRPr lang="ru-RU"/>
            </a:pPr>
            <a:r>
              <a:t>Fourth level</a:t>
            </a:r>
          </a:p>
          <a:p>
            <a:pPr lvl="4">
              <a:defRPr lang="ru-RU"/>
            </a:pPr>
            <a:r>
              <a:t>Fifth level</a:t>
            </a:r>
          </a:p>
        </p:txBody>
      </p:sp>
      <p:sp>
        <p:nvSpPr>
          <p:cNvPr id="4" name="Текст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4AMAAKgMAAAEFgAAGyQAABAAAAAmAAAACAAAAAGAAAAAAAAA"/>
              </a:ext>
            </a:extLst>
          </p:cNvSpPr>
          <p:nvPr>
            <p:ph idx="2"/>
          </p:nvPr>
        </p:nvSpPr>
        <p:spPr>
          <a:xfrm>
            <a:off x="629920" y="2057400"/>
            <a:ext cx="2948940" cy="3811905"/>
          </a:xfrm>
        </p:spPr>
        <p:txBody>
          <a:bodyPr/>
          <a:lstStyle>
            <a:lvl1pPr marL="0" indent="0">
              <a:buNone/>
              <a:defRPr lang="ru-RU" sz="1200" cap="none"/>
            </a:lvl1pPr>
            <a:lvl2pPr marL="342900" indent="0">
              <a:buNone/>
              <a:defRPr lang="ru-RU" sz="1050" cap="none"/>
            </a:lvl2pPr>
            <a:lvl3pPr marL="685800" indent="0">
              <a:buNone/>
              <a:defRPr lang="ru-RU" sz="900" cap="none"/>
            </a:lvl3pPr>
            <a:lvl4pPr marL="1028700" indent="0">
              <a:buNone/>
              <a:defRPr lang="ru-RU" sz="750" cap="none"/>
            </a:lvl4pPr>
            <a:lvl5pPr marL="1371600" indent="0">
              <a:buNone/>
              <a:defRPr lang="ru-RU" sz="750" cap="none"/>
            </a:lvl5pPr>
            <a:lvl6pPr marL="1714500" indent="0">
              <a:buNone/>
              <a:defRPr lang="ru-RU" sz="750" cap="none"/>
            </a:lvl6pPr>
            <a:lvl7pPr marL="2057400" indent="0">
              <a:buNone/>
              <a:defRPr lang="ru-RU" sz="750" cap="none"/>
            </a:lvl7pPr>
            <a:lvl8pPr marL="2400300" indent="0">
              <a:buNone/>
              <a:defRPr lang="ru-RU" sz="750" cap="none"/>
            </a:lvl8pPr>
            <a:lvl9pPr marL="2743200" indent="0">
              <a:buNone/>
              <a:defRPr lang="ru-RU" sz="750" cap="none"/>
            </a:lvl9pPr>
          </a:lstStyle>
          <a:p>
            <a:pPr>
              <a:defRPr lang="ru-RU"/>
            </a:pPr>
            <a:r>
              <a:t>Образец текста</a:t>
            </a:r>
          </a:p>
        </p:txBody>
      </p:sp>
      <p:sp>
        <p:nvSpPr>
          <p:cNvPr id="5" name="Дата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x5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gMAABonAACGEA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3F40A5EF-A1D2-1553-9CF8-5706EBB66A02}" type="datetime1">
              <a:t>29.05.2025</a:t>
            </a:fld>
            <a:endParaRPr/>
          </a:p>
        </p:txBody>
      </p:sp>
      <p:sp>
        <p:nvSpPr>
          <p:cNvPr id="6" name="Нижний колонтитул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/v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hIAABonAACe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  <a:endParaRPr/>
          </a:p>
        </p:txBody>
      </p:sp>
      <p:sp>
        <p:nvSpPr>
          <p:cNvPr id="7" name="Номер слайда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Hh4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icAABonAABiNA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40E971-3FD2-151F-9CF8-C94AA7B66A9C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bg>
      <p:bgPr>
        <a:gradFill flip="none" rotWithShape="0">
          <a:gsLst>
            <a:gs pos="0">
              <a:schemeClr val="bg1"/>
            </a:gs>
            <a:gs pos="100000">
              <a:srgbClr val="C5D5EB"/>
            </a:gs>
          </a:gsLst>
          <a:path path="shape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Hh4f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4AMAANACAAAEFgAAqAwAABAAAAAmAAAACAAAAL2QAAAAAAAA"/>
              </a:ext>
            </a:extLst>
          </p:cNvSpPr>
          <p:nvPr>
            <p:ph type="title"/>
          </p:nvPr>
        </p:nvSpPr>
        <p:spPr>
          <a:xfrm>
            <a:off x="629920" y="457200"/>
            <a:ext cx="2948940" cy="1600200"/>
          </a:xfrm>
        </p:spPr>
        <p:txBody>
          <a:bodyPr vert="horz" wrap="square" lIns="91440" tIns="45720" rIns="91440" bIns="45720" numCol="1" spcCol="215900" anchor="b">
            <a:prstTxWarp prst="textNoShape">
              <a:avLst/>
            </a:prstTxWarp>
          </a:bodyPr>
          <a:lstStyle>
            <a:lvl1pPr>
              <a:defRPr lang="ru-RU" sz="2400" cap="none"/>
            </a:lvl1pPr>
            <a:lvl2pPr>
              <a:defRPr lang="ru-RU" cap="none"/>
            </a:lvl2pPr>
            <a:lvl3pPr>
              <a:defRPr lang="ru-RU" cap="none"/>
            </a:lvl3pPr>
            <a:lvl4pPr>
              <a:defRPr lang="ru-RU" cap="none"/>
            </a:lvl4pPr>
            <a:lvl5pPr>
              <a:defRPr lang="ru-RU" cap="none"/>
            </a:lvl5pPr>
            <a:lvl6pPr>
              <a:defRPr lang="ru-RU" cap="none"/>
            </a:lvl6pPr>
            <a:lvl7pPr>
              <a:defRPr lang="ru-RU" cap="none"/>
            </a:lvl7pPr>
            <a:lvl8pPr>
              <a:defRPr lang="ru-RU" cap="none"/>
            </a:lvl8pPr>
            <a:lvl9pPr>
              <a:defRPr lang="ru-RU" cap="none"/>
            </a:lvl9pPr>
          </a:lstStyle>
          <a:p>
            <a:pPr>
              <a:defRPr lang="ru-RU"/>
            </a:pPr>
            <a:r>
              <a:t>Образец заголовка</a:t>
            </a:r>
          </a:p>
        </p:txBody>
      </p:sp>
      <p:sp>
        <p:nvSpPr>
          <p:cNvPr id="3" name="Рисунок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6hcAABMGAABkNAAADiQAABAAAAAmAAAACAAAAAGAAAAAAAAA"/>
              </a:ext>
            </a:extLst>
          </p:cNvSpPr>
          <p:nvPr>
            <p:ph type="pic" idx="1"/>
          </p:nvPr>
        </p:nvSpPr>
        <p:spPr>
          <a:xfrm>
            <a:off x="3887470" y="987425"/>
            <a:ext cx="4629150" cy="4873625"/>
          </a:xfrm>
        </p:spPr>
        <p:txBody>
          <a:bodyPr/>
          <a:lstStyle>
            <a:lvl1pPr marL="0" indent="0">
              <a:buNone/>
              <a:defRPr lang="ru-RU" sz="2400" cap="none"/>
            </a:lvl1pPr>
            <a:lvl2pPr marL="342900" indent="0">
              <a:buNone/>
              <a:defRPr lang="ru-RU" sz="2100" cap="none"/>
            </a:lvl2pPr>
            <a:lvl3pPr marL="685800" indent="0">
              <a:buNone/>
              <a:defRPr lang="ru-RU" sz="1800" cap="none"/>
            </a:lvl3pPr>
            <a:lvl4pPr marL="1028700" indent="0">
              <a:buNone/>
              <a:defRPr lang="ru-RU" sz="1500" cap="none"/>
            </a:lvl4pPr>
            <a:lvl5pPr marL="1371600" indent="0">
              <a:buNone/>
              <a:defRPr lang="ru-RU" sz="1500" cap="none"/>
            </a:lvl5pPr>
            <a:lvl6pPr marL="1714500" indent="0">
              <a:buNone/>
              <a:defRPr lang="ru-RU" sz="1500" cap="none"/>
            </a:lvl6pPr>
            <a:lvl7pPr marL="2057400" indent="0">
              <a:buNone/>
              <a:defRPr lang="ru-RU" sz="1500" cap="none"/>
            </a:lvl7pPr>
            <a:lvl8pPr marL="2400300" indent="0">
              <a:buNone/>
              <a:defRPr lang="ru-RU" sz="1500" cap="none"/>
            </a:lvl8pPr>
            <a:lvl9pPr marL="2743200" indent="0">
              <a:buNone/>
              <a:defRPr lang="ru-RU" sz="1500" cap="none"/>
            </a:lvl9pPr>
          </a:lstStyle>
          <a:p>
            <a:pPr>
              <a:defRPr lang="ru-RU"/>
            </a:pPr>
            <a:endParaRPr/>
          </a:p>
        </p:txBody>
      </p:sp>
      <p:sp>
        <p:nvSpPr>
          <p:cNvPr id="4" name="Текст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BoABAQ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4AMAAKgMAAAEFgAAGyQAABAAAAAmAAAACAAAAAGAAAAAAAAA"/>
              </a:ext>
            </a:extLst>
          </p:cNvSpPr>
          <p:nvPr>
            <p:ph idx="2"/>
          </p:nvPr>
        </p:nvSpPr>
        <p:spPr>
          <a:xfrm>
            <a:off x="629920" y="2057400"/>
            <a:ext cx="2948940" cy="3811905"/>
          </a:xfrm>
        </p:spPr>
        <p:txBody>
          <a:bodyPr/>
          <a:lstStyle>
            <a:lvl1pPr marL="0" indent="0">
              <a:buNone/>
              <a:defRPr lang="ru-RU" sz="1200" cap="none"/>
            </a:lvl1pPr>
            <a:lvl2pPr marL="342900" indent="0">
              <a:buNone/>
              <a:defRPr lang="ru-RU" sz="1050" cap="none"/>
            </a:lvl2pPr>
            <a:lvl3pPr marL="685800" indent="0">
              <a:buNone/>
              <a:defRPr lang="ru-RU" sz="900" cap="none"/>
            </a:lvl3pPr>
            <a:lvl4pPr marL="1028700" indent="0">
              <a:buNone/>
              <a:defRPr lang="ru-RU" sz="750" cap="none"/>
            </a:lvl4pPr>
            <a:lvl5pPr marL="1371600" indent="0">
              <a:buNone/>
              <a:defRPr lang="ru-RU" sz="750" cap="none"/>
            </a:lvl5pPr>
            <a:lvl6pPr marL="1714500" indent="0">
              <a:buNone/>
              <a:defRPr lang="ru-RU" sz="750" cap="none"/>
            </a:lvl6pPr>
            <a:lvl7pPr marL="2057400" indent="0">
              <a:buNone/>
              <a:defRPr lang="ru-RU" sz="750" cap="none"/>
            </a:lvl7pPr>
            <a:lvl8pPr marL="2400300" indent="0">
              <a:buNone/>
              <a:defRPr lang="ru-RU" sz="750" cap="none"/>
            </a:lvl8pPr>
            <a:lvl9pPr marL="2743200" indent="0">
              <a:buNone/>
              <a:defRPr lang="ru-RU" sz="750" cap="none"/>
            </a:lvl9pPr>
          </a:lstStyle>
          <a:p>
            <a:pPr>
              <a:defRPr lang="ru-RU"/>
            </a:pPr>
            <a:r>
              <a:t>Образец текста</a:t>
            </a:r>
          </a:p>
        </p:txBody>
      </p:sp>
      <p:sp>
        <p:nvSpPr>
          <p:cNvPr id="5" name="Дата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gMAABonAACGEA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3F40BB3D-73D2-154D-9CF8-8518F5B66AD0}" type="datetime1">
              <a:t>29.05.2025</a:t>
            </a:fld>
            <a:endParaRPr/>
          </a:p>
        </p:txBody>
      </p:sp>
      <p:sp>
        <p:nvSpPr>
          <p:cNvPr id="6" name="Нижний колонтитул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hIAABonAACe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  <a:endParaRPr/>
          </a:p>
        </p:txBody>
      </p:sp>
      <p:sp>
        <p:nvSpPr>
          <p:cNvPr id="7" name="Номер слайда 6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icAABonAABiNA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408DBF-F1D2-157B-9CF8-072EC3B66A52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. текст">
    <p:bg>
      <p:bgPr>
        <a:gradFill flip="none" rotWithShape="0">
          <a:gsLst>
            <a:gs pos="0">
              <a:schemeClr val="bg1"/>
            </a:gs>
            <a:gs pos="100000">
              <a:srgbClr val="C5D5EB"/>
            </a:gs>
          </a:gsLst>
          <a:path path="shape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gMAAD8CAABiNA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ru-RU"/>
            </a:pPr>
            <a:r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AAAAAAQ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gMAADsLAABiNAAAACYAABAAAAAmAAAACAAAAD4QAAAAAAAA"/>
              </a:ext>
            </a:extLst>
          </p:cNvSpPr>
          <p:nvPr>
            <p:ph idx="1"/>
          </p:nvPr>
        </p:nvSpPr>
        <p:spPr/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ru-RU"/>
            </a:pPr>
            <a:r>
              <a:t>Образец текста</a:t>
            </a:r>
          </a:p>
          <a:p>
            <a:pPr lvl="1">
              <a:defRPr lang="ru-RU"/>
            </a:pPr>
            <a:r>
              <a:t>Second level</a:t>
            </a:r>
          </a:p>
          <a:p>
            <a:pPr lvl="2">
              <a:defRPr lang="ru-RU"/>
            </a:pPr>
            <a:r>
              <a:t>Third level</a:t>
            </a:r>
          </a:p>
          <a:p>
            <a:pPr lvl="3">
              <a:defRPr lang="ru-RU"/>
            </a:pPr>
            <a:r>
              <a:t>Fourth level</a:t>
            </a:r>
          </a:p>
          <a:p>
            <a:pPr lvl="4">
              <a:defRPr lang="ru-RU"/>
            </a:pPr>
            <a:r>
              <a:t>Fifth level</a:t>
            </a:r>
          </a:p>
        </p:txBody>
      </p:sp>
      <p:sp>
        <p:nvSpPr>
          <p:cNvPr id="4" name="Дат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gMAABonAACGEA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3F4097ED-A3D2-1561-9CF8-5534D9B66A00}" type="datetime1">
              <a:t>29.05.2025</a:t>
            </a:fld>
            <a:endParaRPr/>
          </a:p>
        </p:txBody>
      </p:sp>
      <p:sp>
        <p:nvSpPr>
          <p:cNvPr id="5" name="Нижний колонтитул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hIAABonAACe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  <a:endParaRPr/>
          </a:p>
        </p:txBody>
      </p:sp>
      <p:sp>
        <p:nvSpPr>
          <p:cNvPr id="6" name="Номер слайда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icAABonAABiNA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40F984-CAD2-150F-9CF8-3C5AB7B66A69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. загол. и текст">
    <p:bg>
      <p:bgPr>
        <a:gradFill flip="none" rotWithShape="0">
          <a:gsLst>
            <a:gs pos="0">
              <a:schemeClr val="bg1"/>
            </a:gs>
            <a:gs pos="100000">
              <a:srgbClr val="C5D5EB"/>
            </a:gs>
          </a:gsLst>
          <a:path path="shape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Q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QSgAAD8CAABiNAAAACYAABAAAAAmAAAACAAAAD8QAAAAAAAA"/>
              </a:ext>
            </a:extLst>
          </p:cNvSpPr>
          <p:nvPr>
            <p:ph type="title"/>
          </p:nvPr>
        </p:nvSpPr>
        <p:spPr>
          <a:xfrm>
            <a:off x="6543675" y="365125"/>
            <a:ext cx="1971675" cy="5812155"/>
          </a:xfrm>
        </p:spPr>
        <p:txBody>
          <a:bodyPr vert="vert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ru-RU"/>
            </a:pPr>
            <a:r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AAAAAAQ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gMAAD8CAACNJwAAACYAABAAAAAmAAAACAAAAD8QAAAAAAAA"/>
              </a:ext>
            </a:extLst>
          </p:cNvSpPr>
          <p:nvPr>
            <p:ph idx="1"/>
          </p:nvPr>
        </p:nvSpPr>
        <p:spPr>
          <a:xfrm>
            <a:off x="628650" y="365125"/>
            <a:ext cx="5800725" cy="5812155"/>
          </a:xfrm>
        </p:spPr>
        <p:txBody>
          <a:bodyPr vert="vert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ru-RU"/>
            </a:pPr>
            <a:r>
              <a:t>Образец текста</a:t>
            </a:r>
          </a:p>
          <a:p>
            <a:pPr lvl="1">
              <a:defRPr lang="ru-RU"/>
            </a:pPr>
            <a:r>
              <a:t>Second level</a:t>
            </a:r>
          </a:p>
          <a:p>
            <a:pPr lvl="2">
              <a:defRPr lang="ru-RU"/>
            </a:pPr>
            <a:r>
              <a:t>Third level</a:t>
            </a:r>
          </a:p>
          <a:p>
            <a:pPr lvl="3">
              <a:defRPr lang="ru-RU"/>
            </a:pPr>
            <a:r>
              <a:t>Fourth level</a:t>
            </a:r>
          </a:p>
          <a:p>
            <a:pPr lvl="4">
              <a:defRPr lang="ru-RU"/>
            </a:pPr>
            <a:r>
              <a:t>Fifth level</a:t>
            </a:r>
          </a:p>
        </p:txBody>
      </p:sp>
      <p:sp>
        <p:nvSpPr>
          <p:cNvPr id="4" name="Дат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3gMAABonAACGEAAAWSkAABAAAAAmAAAACAAAAAAAAAAAAAAA"/>
              </a:ext>
            </a:extLst>
          </p:cNvSpPr>
          <p:nvPr>
            <p:ph type="dt" sz="half" idx="10"/>
          </p:nvPr>
        </p:nvSpPr>
        <p:spPr/>
        <p:txBody>
          <a:bodyPr/>
          <a:lstStyle/>
          <a:p>
            <a:pPr>
              <a:defRPr lang="ru-RU"/>
            </a:pPr>
            <a:fld id="{3F4091C1-8FD2-1567-9CF8-7932DFB66A2C}" type="datetime1">
              <a:t>29.05.2025</a:t>
            </a:fld>
            <a:endParaRPr/>
          </a:p>
        </p:txBody>
      </p:sp>
      <p:sp>
        <p:nvSpPr>
          <p:cNvPr id="5" name="Нижний колонтитул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ohIAABonAACeJQAAWSkAABAAAAAmAAAACAAAAAAAAAAAAAAA"/>
              </a:ext>
            </a:extLst>
          </p:cNvSpPr>
          <p:nvPr>
            <p:ph type="ftr" sz="quarter" idx="11"/>
          </p:nvPr>
        </p:nvSpPr>
        <p:spPr/>
        <p:txBody>
          <a:bodyPr/>
          <a:lstStyle/>
          <a:p>
            <a:pPr>
              <a:defRPr lang="ru-RU"/>
            </a:pPr>
            <a:endParaRPr/>
          </a:p>
        </p:txBody>
      </p:sp>
      <p:sp>
        <p:nvSpPr>
          <p:cNvPr id="6" name="Номер слайда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AAAABQAAAAEAAAAAAAAAAAAAAAAAAAAAAAAAAAAAAAAAAAAAAAAAAAAAAAJ/f38AAAAAA8zMzADAwP8Af39/AAAAAAAAAAAAAAAAAAAAAAAAAAAAIQAAABgAAAAUAAAAuicAABonAABiNA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40B94E-00D2-154F-9CF8-F61AF7B66AA3}" type="slidenum"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0">
          <a:gsLst>
            <a:gs pos="0">
              <a:schemeClr val="bg1"/>
            </a:gs>
            <a:gs pos="100000">
              <a:srgbClr val="C5D5EB"/>
            </a:gs>
          </a:gsLst>
          <a:path path="shape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NNYXM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3gMAAD8CAABiNAAAZwoAABAAAAAmAAAACAAAAL8fAAAAAAAA"/>
              </a:ext>
            </a:extLst>
          </p:cNvSpPr>
          <p:nvPr>
            <p:ph type="title"/>
          </p:nvPr>
        </p:nvSpPr>
        <p:spPr>
          <a:xfrm>
            <a:off x="628650" y="365125"/>
            <a:ext cx="7886700" cy="1325880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/>
          <a:p>
            <a:pPr>
              <a:defRPr lang="ru-RU"/>
            </a:pPr>
            <a:r>
              <a:t>Образец заголовка</a:t>
            </a:r>
          </a:p>
        </p:txBody>
      </p:sp>
      <p:sp>
        <p:nvSpPr>
          <p:cNvPr id="3" name="Текст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Ih8H1w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3gMAADsLAABiNAAAACYAABAAAAAmAAAACAAAAL8fAAAAAAAA"/>
              </a:ext>
            </a:extLst>
          </p:cNvSpPr>
          <p:nvPr>
            <p:ph type="body" idx="1"/>
          </p:nvPr>
        </p:nvSpPr>
        <p:spPr>
          <a:xfrm>
            <a:off x="628650" y="1825625"/>
            <a:ext cx="7886700" cy="4351655"/>
          </a:xfrm>
          <a:prstGeom prst="rect">
            <a:avLst/>
          </a:prstGeom>
        </p:spPr>
        <p:txBody>
          <a:bodyPr vert="horz" wrap="square" lIns="91440" tIns="45720" rIns="91440" bIns="45720" numCol="1" spcCol="215900" anchor="t">
            <a:prstTxWarp prst="textNoShape">
              <a:avLst/>
            </a:prstTxWarp>
          </a:bodyPr>
          <a:lstStyle/>
          <a:p>
            <a:pPr>
              <a:defRPr lang="ru-RU"/>
            </a:pPr>
            <a:r>
              <a:t>Образец текста</a:t>
            </a:r>
          </a:p>
          <a:p>
            <a:pPr lvl="1">
              <a:defRPr lang="ru-RU"/>
            </a:pPr>
            <a:r>
              <a:t>Second level</a:t>
            </a:r>
          </a:p>
          <a:p>
            <a:pPr lvl="2">
              <a:defRPr lang="ru-RU"/>
            </a:pPr>
            <a:r>
              <a:t>Third level</a:t>
            </a:r>
          </a:p>
          <a:p>
            <a:pPr lvl="3">
              <a:defRPr lang="ru-RU"/>
            </a:pPr>
            <a:r>
              <a:t>Fourth level</a:t>
            </a:r>
          </a:p>
          <a:p>
            <a:pPr lvl="4">
              <a:defRPr lang="ru-RU"/>
            </a:pPr>
            <a:r>
              <a:t>Fifth level</a:t>
            </a:r>
          </a:p>
        </p:txBody>
      </p:sp>
      <p:sp>
        <p:nvSpPr>
          <p:cNvPr id="4" name="Дат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FBQUE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3gMAABonAACGEAAAWSkAABAAAAAmAAAACAAAAL+fAAAAAAAA"/>
              </a:ext>
            </a:extLst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l">
              <a:defRPr lang="ru-RU" sz="900" cap="none">
                <a:solidFill>
                  <a:srgbClr val="8C8C8C"/>
                </a:solidFill>
              </a:defRPr>
            </a:lvl1pPr>
            <a:lvl2pPr>
              <a:defRPr lang="ru-RU" cap="none"/>
            </a:lvl2pPr>
            <a:lvl3pPr>
              <a:defRPr lang="ru-RU" cap="none"/>
            </a:lvl3pPr>
            <a:lvl4pPr>
              <a:defRPr lang="ru-RU" cap="none"/>
            </a:lvl4pPr>
            <a:lvl5pPr>
              <a:defRPr lang="ru-RU" cap="none"/>
            </a:lvl5pPr>
            <a:lvl6pPr>
              <a:defRPr lang="ru-RU" cap="none"/>
            </a:lvl6pPr>
            <a:lvl7pPr>
              <a:defRPr lang="ru-RU" cap="none"/>
            </a:lvl7pPr>
            <a:lvl8pPr>
              <a:defRPr lang="ru-RU" cap="none"/>
            </a:lvl8pPr>
            <a:lvl9pPr>
              <a:defRPr lang="ru-RU" cap="none"/>
            </a:lvl9pPr>
          </a:lstStyle>
          <a:p>
            <a:pPr>
              <a:defRPr lang="ru-RU"/>
            </a:pPr>
            <a:fld id="{3F40E9CC-82D2-151F-9CF8-744AA7B66A21}" type="datetime1">
              <a:t>29.05.2025</a:t>
            </a:fld>
            <a:endParaRPr/>
          </a:p>
        </p:txBody>
      </p:sp>
      <p:sp>
        <p:nvSpPr>
          <p:cNvPr id="5" name="Нижний колонтитул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D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ohIAABonAACeJQAAWSkAABAAAAAmAAAACAAAAL+fAAAAAAAA"/>
              </a:ext>
            </a:extLst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ctr">
              <a:defRPr lang="ru-RU" sz="900" cap="none">
                <a:solidFill>
                  <a:srgbClr val="8C8C8C"/>
                </a:solidFill>
              </a:defRPr>
            </a:lvl1pPr>
            <a:lvl2pPr>
              <a:defRPr lang="ru-RU" cap="none"/>
            </a:lvl2pPr>
            <a:lvl3pPr>
              <a:defRPr lang="ru-RU" cap="none"/>
            </a:lvl3pPr>
            <a:lvl4pPr>
              <a:defRPr lang="ru-RU" cap="none"/>
            </a:lvl4pPr>
            <a:lvl5pPr>
              <a:defRPr lang="ru-RU" cap="none"/>
            </a:lvl5pPr>
            <a:lvl6pPr>
              <a:defRPr lang="ru-RU" cap="none"/>
            </a:lvl6pPr>
            <a:lvl7pPr>
              <a:defRPr lang="ru-RU" cap="none"/>
            </a:lvl7pPr>
            <a:lvl8pPr>
              <a:defRPr lang="ru-RU" cap="none"/>
            </a:lvl8pPr>
            <a:lvl9pPr>
              <a:defRPr lang="ru-RU" cap="none"/>
            </a:lvl9pPr>
          </a:lstStyle>
          <a:p>
            <a:pPr>
              <a:defRPr lang="ru-RU"/>
            </a:pPr>
            <a:endParaRPr/>
          </a:p>
        </p:txBody>
      </p:sp>
      <p:sp>
        <p:nvSpPr>
          <p:cNvPr id="6" name="Номер слайда 5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////AAAAAAEAAAAAAAAAAAAAAAAAAAAAAAAAAAAAAAAAAAAAAAAAAAAAAAB/f38AAAAAA8zMzADAwP8Af39/AAAAAAAAAAAAAAAAAAAAAAAAAAAAIQAAABgAAAAUAAAAuicAABonAABiNAAAWSkAABAAAAAmAAAACAAAAL+fAAAAAAAA"/>
              </a:ext>
            </a:extLst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spcCol="215900" anchor="ctr">
            <a:prstTxWarp prst="textNoShape">
              <a:avLst/>
            </a:prstTxWarp>
          </a:bodyPr>
          <a:lstStyle>
            <a:lvl1pPr algn="r">
              <a:defRPr lang="ru-RU" sz="900" cap="none">
                <a:solidFill>
                  <a:srgbClr val="8C8C8C"/>
                </a:solidFill>
              </a:defRPr>
            </a:lvl1pPr>
            <a:lvl2pPr>
              <a:defRPr lang="ru-RU" cap="none"/>
            </a:lvl2pPr>
            <a:lvl3pPr>
              <a:defRPr lang="ru-RU" cap="none"/>
            </a:lvl3pPr>
            <a:lvl4pPr>
              <a:defRPr lang="ru-RU" cap="none"/>
            </a:lvl4pPr>
            <a:lvl5pPr>
              <a:defRPr lang="ru-RU" cap="none"/>
            </a:lvl5pPr>
            <a:lvl6pPr>
              <a:defRPr lang="ru-RU" cap="none"/>
            </a:lvl6pPr>
            <a:lvl7pPr>
              <a:defRPr lang="ru-RU" cap="none"/>
            </a:lvl7pPr>
            <a:lvl8pPr>
              <a:defRPr lang="ru-RU" cap="none"/>
            </a:lvl8pPr>
            <a:lvl9pPr>
              <a:defRPr lang="ru-RU" cap="none"/>
            </a:lvl9pPr>
          </a:lstStyle>
          <a:p>
            <a:pPr>
              <a:defRPr lang="ru-RU"/>
            </a:pPr>
            <a:fld id="{3F40BC28-66D2-154A-9CF8-901FF2B66AC5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marL="0" marR="0" indent="0" algn="l" defTabSz="685800">
        <a:lnSpc>
          <a:spcPct val="90000"/>
        </a:lnSpc>
        <a:spcBef>
          <a:spcPts val="0"/>
        </a:spcBef>
        <a:spcAft>
          <a:spcPts val="0"/>
        </a:spcAft>
        <a:buNone/>
        <a:tabLst/>
        <a:defRPr lang="ru-RU" sz="3300" b="0" i="0" u="none" strike="noStrike" kern="1" cap="none" spc="0" baseline="0">
          <a:solidFill>
            <a:schemeClr val="tx1"/>
          </a:solidFill>
          <a:effectLst/>
          <a:latin typeface="Calibri Light" pitchFamily="2" charset="-52"/>
          <a:ea typeface="Calibri Light" pitchFamily="2" charset="-52"/>
          <a:cs typeface="Calibri Light" pitchFamily="2" charset="-52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9pPr>
    </p:titleStyle>
    <p:bodyStyle>
      <a:lvl1pPr marL="171450" marR="0" indent="-171450" algn="l" defTabSz="685800">
        <a:lnSpc>
          <a:spcPct val="90000"/>
        </a:lnSpc>
        <a:spcBef>
          <a:spcPts val="750"/>
        </a:spcBef>
        <a:spcAft>
          <a:spcPts val="0"/>
        </a:spcAft>
        <a:buClrTx/>
        <a:buSzTx/>
        <a:buFont typeface="Arial" pitchFamily="2" charset="-52"/>
        <a:buChar char="•"/>
        <a:tabLst/>
        <a:defRPr lang="ru-RU" sz="21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1pPr>
      <a:lvl2pPr marL="514350" marR="0" indent="-171450" algn="l" defTabSz="685800">
        <a:lnSpc>
          <a:spcPct val="90000"/>
        </a:lnSpc>
        <a:spcBef>
          <a:spcPts val="375"/>
        </a:spcBef>
        <a:spcAft>
          <a:spcPts val="0"/>
        </a:spcAft>
        <a:buClrTx/>
        <a:buSzTx/>
        <a:buFont typeface="Arial" pitchFamily="2" charset="-52"/>
        <a:buChar char="•"/>
        <a:tabLst/>
        <a:defRPr lang="ru-RU" sz="18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2pPr>
      <a:lvl3pPr marL="857250" marR="0" indent="-171450" algn="l" defTabSz="685800">
        <a:lnSpc>
          <a:spcPct val="90000"/>
        </a:lnSpc>
        <a:spcBef>
          <a:spcPts val="375"/>
        </a:spcBef>
        <a:spcAft>
          <a:spcPts val="0"/>
        </a:spcAft>
        <a:buClrTx/>
        <a:buSzTx/>
        <a:buFont typeface="Arial" pitchFamily="2" charset="-52"/>
        <a:buChar char="•"/>
        <a:tabLst/>
        <a:defRPr lang="ru-RU" sz="150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3pPr>
      <a:lvl4pPr marL="1200150" marR="0" indent="-171450" algn="l" defTabSz="685800">
        <a:lnSpc>
          <a:spcPct val="90000"/>
        </a:lnSpc>
        <a:spcBef>
          <a:spcPts val="375"/>
        </a:spcBef>
        <a:spcAft>
          <a:spcPts val="0"/>
        </a:spcAft>
        <a:buClrTx/>
        <a:buSzTx/>
        <a:buFont typeface="Arial" pitchFamily="2" charset="-52"/>
        <a:buChar char="•"/>
        <a:tabLst/>
        <a:defRPr lang="ru-RU" sz="135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4pPr>
      <a:lvl5pPr marL="1543050" marR="0" indent="-171450" algn="l" defTabSz="685800">
        <a:lnSpc>
          <a:spcPct val="90000"/>
        </a:lnSpc>
        <a:spcBef>
          <a:spcPts val="375"/>
        </a:spcBef>
        <a:spcAft>
          <a:spcPts val="0"/>
        </a:spcAft>
        <a:buClrTx/>
        <a:buSzTx/>
        <a:buFont typeface="Arial" pitchFamily="2" charset="-52"/>
        <a:buChar char="•"/>
        <a:tabLst/>
        <a:defRPr lang="ru-RU" sz="135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5pPr>
      <a:lvl6pPr marL="1885950" marR="0" indent="-171450" algn="l" defTabSz="685800">
        <a:lnSpc>
          <a:spcPct val="90000"/>
        </a:lnSpc>
        <a:spcBef>
          <a:spcPts val="375"/>
        </a:spcBef>
        <a:spcAft>
          <a:spcPts val="0"/>
        </a:spcAft>
        <a:buClrTx/>
        <a:buSzTx/>
        <a:buFont typeface="Arial" pitchFamily="2" charset="-52"/>
        <a:buChar char="•"/>
        <a:tabLst/>
        <a:defRPr lang="ru-RU" sz="135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6pPr>
      <a:lvl7pPr marL="2228850" marR="0" indent="-171450" algn="l" defTabSz="685800">
        <a:lnSpc>
          <a:spcPct val="90000"/>
        </a:lnSpc>
        <a:spcBef>
          <a:spcPts val="375"/>
        </a:spcBef>
        <a:spcAft>
          <a:spcPts val="0"/>
        </a:spcAft>
        <a:buClrTx/>
        <a:buSzTx/>
        <a:buFont typeface="Arial" pitchFamily="2" charset="-52"/>
        <a:buChar char="•"/>
        <a:tabLst/>
        <a:defRPr lang="ru-RU" sz="135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7pPr>
      <a:lvl8pPr marL="2571750" marR="0" indent="-171450" algn="l" defTabSz="685800">
        <a:lnSpc>
          <a:spcPct val="90000"/>
        </a:lnSpc>
        <a:spcBef>
          <a:spcPts val="375"/>
        </a:spcBef>
        <a:spcAft>
          <a:spcPts val="0"/>
        </a:spcAft>
        <a:buClrTx/>
        <a:buSzTx/>
        <a:buFont typeface="Arial" pitchFamily="2" charset="-52"/>
        <a:buChar char="•"/>
        <a:tabLst/>
        <a:defRPr lang="ru-RU" sz="135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8pPr>
      <a:lvl9pPr marL="2914650" marR="0" indent="-171450" algn="l" defTabSz="685800">
        <a:lnSpc>
          <a:spcPct val="90000"/>
        </a:lnSpc>
        <a:spcBef>
          <a:spcPts val="375"/>
        </a:spcBef>
        <a:spcAft>
          <a:spcPts val="0"/>
        </a:spcAft>
        <a:buClrTx/>
        <a:buSzTx/>
        <a:buFont typeface="Arial" pitchFamily="2" charset="-52"/>
        <a:buChar char="•"/>
        <a:tabLst/>
        <a:defRPr lang="ru-RU" sz="135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9pPr>
    </p:bodyStyle>
    <p:otherStyle>
      <a:lvl1pPr marL="0" marR="0" indent="0" algn="l" defTabSz="6858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35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1pPr>
      <a:lvl2pPr marL="342900" marR="0" indent="0" algn="l" defTabSz="6858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35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2pPr>
      <a:lvl3pPr marL="685800" marR="0" indent="0" algn="l" defTabSz="6858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35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3pPr>
      <a:lvl4pPr marL="1028700" marR="0" indent="0" algn="l" defTabSz="6858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35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4pPr>
      <a:lvl5pPr marL="1371600" marR="0" indent="0" algn="l" defTabSz="6858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35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5pPr>
      <a:lvl6pPr marL="1714500" marR="0" indent="0" algn="l" defTabSz="6858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35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6pPr>
      <a:lvl7pPr marL="2057400" marR="0" indent="0" algn="l" defTabSz="6858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35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7pPr>
      <a:lvl8pPr marL="2400300" marR="0" indent="0" algn="l" defTabSz="6858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35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8pPr>
      <a:lvl9pPr marL="2743200" marR="0" indent="0" algn="l" defTabSz="685800">
        <a:lnSpc>
          <a:spcPct val="100000"/>
        </a:lnSpc>
        <a:spcBef>
          <a:spcPts val="0"/>
        </a:spcBef>
        <a:spcAft>
          <a:spcPts val="0"/>
        </a:spcAft>
        <a:buNone/>
        <a:tabLst/>
        <a:defRPr lang="ru-RU" sz="1350" b="0" i="0" u="none" strike="noStrike" kern="1" cap="none" spc="0" baseline="0">
          <a:solidFill>
            <a:schemeClr val="tx1"/>
          </a:solidFill>
          <a:effectLst/>
          <a:latin typeface="Calibri" pitchFamily="2" charset="-52"/>
          <a:ea typeface="Calibri" pitchFamily="2" charset="-52"/>
          <a:cs typeface="Calibri" pitchFamily="2" charset="-52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C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CAcAAOgGAAA4MQAAmBUAABAAAAAmAAAACAAAAAAAAAAAAAAA"/>
              </a:ext>
            </a:extLst>
          </p:cNvSpPr>
          <p:nvPr>
            <p:ph type="ctrTitle"/>
          </p:nvPr>
        </p:nvSpPr>
        <p:spPr/>
        <p:txBody>
          <a:bodyPr/>
          <a:lstStyle/>
          <a:p>
            <a:pPr>
              <a:defRPr lang="ru-RU"/>
            </a:pPr>
            <a:r>
              <a:rPr lang="ru-RU" cap="none">
                <a:latin typeface="Calibri" pitchFamily="2" charset="-52"/>
                <a:ea typeface="Calibri" pitchFamily="2" charset="-52"/>
                <a:cs typeface="Calibri" pitchFamily="2" charset="-52"/>
              </a:rPr>
              <a:t>Stranger Things</a:t>
            </a:r>
          </a:p>
        </p:txBody>
      </p:sp>
      <p:sp>
        <p:nvSpPr>
          <p:cNvPr id="3" name="Подзаголовок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CAcAACkWAAA4MQAAWCAAABAAAAAmAAAACAAAAAAAAAAAAAAA"/>
              </a:ext>
            </a:extLst>
          </p:cNvSpPr>
          <p:nvPr>
            <p:ph type="subTitle" idx="1"/>
          </p:nvPr>
        </p:nvSpPr>
        <p:spPr/>
        <p:txBody>
          <a:bodyPr/>
          <a:lstStyle/>
          <a:p>
            <a:pPr>
              <a:defRPr lang="ru-RU"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3gMAAD8CAABiNA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ru-RU"/>
            </a:pPr>
            <a:r>
              <a:t>Идея проекта</a:t>
            </a:r>
          </a:p>
        </p:txBody>
      </p:sp>
      <p:sp>
        <p:nvSpPr>
          <p:cNvPr id="3" name="Объект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3gMAAJcHAABiNAAAACYAABAAAAAmAAAACAAAAAEAAAAAAAAA"/>
              </a:ext>
            </a:extLst>
          </p:cNvSpPr>
          <p:nvPr>
            <p:ph type="body" idx="1"/>
          </p:nvPr>
        </p:nvSpPr>
        <p:spPr>
          <a:xfrm>
            <a:off x="628650" y="1233805"/>
            <a:ext cx="7886700" cy="4943475"/>
          </a:xfrm>
        </p:spPr>
        <p:txBody>
          <a:bodyPr/>
          <a:lstStyle/>
          <a:p>
            <a:pPr marL="12700" indent="0" defTabSz="914400">
              <a:lnSpc>
                <a:spcPct val="100000"/>
              </a:lnSpc>
              <a:spcBef>
                <a:spcPts val="480"/>
              </a:spcBef>
              <a:buNone/>
              <a:tabLst>
                <a:tab pos="354965" algn="l"/>
              </a:tabLst>
              <a:defRPr lang="ru-RU"/>
            </a:pPr>
            <a:r>
              <a:rPr lang="ru-RU" sz="1600" b="1" u="sng" cap="none">
                <a:solidFill>
                  <a:srgbClr val="3F3F3F"/>
                </a:solidFill>
              </a:rPr>
              <a:t>Создание единого алгоритма поиска аномалий данных</a:t>
            </a:r>
            <a:endParaRPr lang="ru-RU" sz="1600" b="1" u="sng" cap="none"/>
          </a:p>
          <a:p>
            <a:pPr marL="12700" indent="0" defTabSz="914400">
              <a:lnSpc>
                <a:spcPct val="100000"/>
              </a:lnSpc>
              <a:spcBef>
                <a:spcPts val="490"/>
              </a:spcBef>
              <a:buNone/>
              <a:tabLst>
                <a:tab pos="354965" algn="l"/>
              </a:tabLst>
              <a:defRPr lang="ru-RU"/>
            </a:pPr>
            <a:r>
              <a:rPr lang="ru-RU" sz="1600" b="1" cap="none">
                <a:solidFill>
                  <a:srgbClr val="3F3F3F"/>
                </a:solidFill>
              </a:rPr>
              <a:t>1.</a:t>
            </a:r>
            <a:r>
              <a:rPr lang="ru-RU" sz="1600" b="1" cap="none" spc="-2">
                <a:solidFill>
                  <a:srgbClr val="3F3F3F"/>
                </a:solidFill>
              </a:rPr>
              <a:t> </a:t>
            </a:r>
            <a:r>
              <a:rPr lang="ru-RU" sz="1600" b="1" cap="none">
                <a:solidFill>
                  <a:srgbClr val="3F3F3F"/>
                </a:solidFill>
              </a:rPr>
              <a:t>Единый</a:t>
            </a:r>
            <a:r>
              <a:rPr lang="ru-RU" sz="1600" b="1" cap="none" spc="-2">
                <a:solidFill>
                  <a:srgbClr val="3F3F3F"/>
                </a:solidFill>
              </a:rPr>
              <a:t> </a:t>
            </a:r>
            <a:r>
              <a:rPr lang="ru-RU" sz="1600" b="1" cap="none">
                <a:solidFill>
                  <a:srgbClr val="3F3F3F"/>
                </a:solidFill>
              </a:rPr>
              <a:t>алгоритм поиска</a:t>
            </a:r>
            <a:r>
              <a:rPr lang="ru-RU" sz="1600" b="1" cap="none" spc="-2">
                <a:solidFill>
                  <a:srgbClr val="3F3F3F"/>
                </a:solidFill>
              </a:rPr>
              <a:t> </a:t>
            </a:r>
            <a:r>
              <a:rPr lang="ru-RU" sz="1600" b="1" cap="none">
                <a:solidFill>
                  <a:srgbClr val="3F3F3F"/>
                </a:solidFill>
              </a:rPr>
              <a:t>аномалий</a:t>
            </a:r>
            <a:endParaRPr lang="ru-RU" sz="1600" cap="none"/>
          </a:p>
          <a:p>
            <a:pPr marL="354965" indent="-342265" defTabSz="914400">
              <a:lnSpc>
                <a:spcPct val="100000"/>
              </a:lnSpc>
              <a:spcBef>
                <a:spcPts val="495"/>
              </a:spcBef>
              <a:buClr>
                <a:srgbClr val="000000"/>
              </a:buClr>
              <a:buSzPts val="1790"/>
              <a:buFont typeface="Arial MT" charset="0"/>
              <a:buChar char="•"/>
              <a:tabLst>
                <a:tab pos="354965" algn="l"/>
              </a:tabLst>
              <a:defRPr lang="ru-RU"/>
            </a:pPr>
            <a:r>
              <a:rPr lang="ru-RU" sz="1600" cap="none">
                <a:solidFill>
                  <a:srgbClr val="3F3F3F"/>
                </a:solidFill>
              </a:rPr>
              <a:t>Универсальный: работает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с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разными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типами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данных.</a:t>
            </a:r>
            <a:endParaRPr lang="ru-RU" sz="1600" cap="none"/>
          </a:p>
          <a:p>
            <a:pPr marL="354965" indent="-342265" defTabSz="9144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SzPts val="1790"/>
              <a:buFont typeface="Arial MT" charset="0"/>
              <a:buChar char="•"/>
              <a:tabLst>
                <a:tab pos="354965" algn="l"/>
              </a:tabLst>
              <a:defRPr lang="ru-RU"/>
            </a:pPr>
            <a:r>
              <a:rPr lang="ru-RU" sz="1600" cap="none">
                <a:solidFill>
                  <a:srgbClr val="3F3F3F"/>
                </a:solidFill>
              </a:rPr>
              <a:t>Адаптивный: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автоматически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настраивается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под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специфику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данных.</a:t>
            </a:r>
            <a:endParaRPr lang="ru-RU" sz="1600" cap="none"/>
          </a:p>
          <a:p>
            <a:pPr marL="354965" indent="-342265" defTabSz="914400">
              <a:lnSpc>
                <a:spcPct val="100000"/>
              </a:lnSpc>
              <a:spcBef>
                <a:spcPts val="490"/>
              </a:spcBef>
              <a:buClr>
                <a:srgbClr val="000000"/>
              </a:buClr>
              <a:buSzPts val="1790"/>
              <a:buFont typeface="Arial MT" charset="0"/>
              <a:buChar char="•"/>
              <a:tabLst>
                <a:tab pos="354965" algn="l"/>
              </a:tabLst>
              <a:defRPr lang="ru-RU"/>
            </a:pPr>
            <a:r>
              <a:rPr lang="ru-RU" sz="1600" cap="none">
                <a:solidFill>
                  <a:srgbClr val="3F3F3F"/>
                </a:solidFill>
              </a:rPr>
              <a:t>Масштабируемый: применим как для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небольших наборов, так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и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для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Big Data.</a:t>
            </a:r>
            <a:endParaRPr lang="ru-RU" sz="1600" cap="none"/>
          </a:p>
          <a:p>
            <a:pPr marL="12700" indent="0" defTabSz="914400">
              <a:lnSpc>
                <a:spcPct val="100000"/>
              </a:lnSpc>
              <a:spcBef>
                <a:spcPts val="490"/>
              </a:spcBef>
              <a:buNone/>
              <a:tabLst>
                <a:tab pos="354965" algn="l"/>
              </a:tabLst>
              <a:defRPr lang="ru-RU"/>
            </a:pPr>
            <a:r>
              <a:rPr lang="ru-RU" sz="1600" b="1" cap="none">
                <a:solidFill>
                  <a:srgbClr val="3F3F3F"/>
                </a:solidFill>
              </a:rPr>
              <a:t>2.</a:t>
            </a:r>
            <a:r>
              <a:rPr lang="ru-RU" sz="1600" b="1" cap="none" spc="-2">
                <a:solidFill>
                  <a:srgbClr val="3F3F3F"/>
                </a:solidFill>
              </a:rPr>
              <a:t> </a:t>
            </a:r>
            <a:r>
              <a:rPr lang="ru-RU" sz="1600" b="1" cap="none">
                <a:solidFill>
                  <a:srgbClr val="3F3F3F"/>
                </a:solidFill>
              </a:rPr>
              <a:t>Прототип</a:t>
            </a:r>
            <a:r>
              <a:rPr lang="ru-RU" sz="1600" b="1" cap="none" spc="2">
                <a:solidFill>
                  <a:srgbClr val="3F3F3F"/>
                </a:solidFill>
              </a:rPr>
              <a:t> </a:t>
            </a:r>
            <a:r>
              <a:rPr lang="ru-RU" sz="1600" b="1" cap="none">
                <a:solidFill>
                  <a:srgbClr val="3F3F3F"/>
                </a:solidFill>
              </a:rPr>
              <a:t>ПО /</a:t>
            </a:r>
            <a:r>
              <a:rPr lang="ru-RU" sz="1600" b="1" cap="none" spc="-2">
                <a:solidFill>
                  <a:srgbClr val="3F3F3F"/>
                </a:solidFill>
              </a:rPr>
              <a:t> </a:t>
            </a:r>
            <a:r>
              <a:rPr lang="ru-RU" sz="1600" b="1" cap="none">
                <a:solidFill>
                  <a:srgbClr val="3F3F3F"/>
                </a:solidFill>
              </a:rPr>
              <a:t>веб-интерфейс</a:t>
            </a:r>
            <a:endParaRPr lang="ru-RU" sz="1600" cap="none"/>
          </a:p>
          <a:p>
            <a:pPr marL="354965" indent="-342265" defTabSz="9144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SzPts val="1790"/>
              <a:buFont typeface="Arial MT" charset="0"/>
              <a:buChar char="•"/>
              <a:tabLst>
                <a:tab pos="354965" algn="l"/>
              </a:tabLst>
              <a:defRPr lang="ru-RU"/>
            </a:pPr>
            <a:r>
              <a:rPr lang="ru-RU" sz="1600" cap="none">
                <a:solidFill>
                  <a:srgbClr val="3F3F3F"/>
                </a:solidFill>
              </a:rPr>
              <a:t>Интуитивный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интерфейс для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загрузки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данных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и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визуализации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аномалий.</a:t>
            </a:r>
            <a:endParaRPr lang="ru-RU" sz="1600" cap="none"/>
          </a:p>
          <a:p>
            <a:pPr marL="354965" indent="-342265" defTabSz="914400">
              <a:lnSpc>
                <a:spcPct val="100000"/>
              </a:lnSpc>
              <a:spcBef>
                <a:spcPts val="495"/>
              </a:spcBef>
              <a:buClr>
                <a:srgbClr val="000000"/>
              </a:buClr>
              <a:buSzPts val="1790"/>
              <a:buFont typeface="Arial MT" charset="0"/>
              <a:buChar char="•"/>
              <a:tabLst>
                <a:tab pos="354965" algn="l"/>
              </a:tabLst>
              <a:defRPr lang="ru-RU"/>
            </a:pPr>
            <a:r>
              <a:rPr lang="ru-RU" sz="1600" cap="none">
                <a:solidFill>
                  <a:srgbClr val="3F3F3F"/>
                </a:solidFill>
              </a:rPr>
              <a:t>Примеры интеграции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с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платформами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обработки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данных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(например, Python-библиотека).</a:t>
            </a:r>
            <a:endParaRPr lang="ru-RU" sz="1600" cap="none"/>
          </a:p>
          <a:p>
            <a:pPr marL="12700" indent="0" defTabSz="914400">
              <a:lnSpc>
                <a:spcPct val="100000"/>
              </a:lnSpc>
              <a:spcBef>
                <a:spcPts val="490"/>
              </a:spcBef>
              <a:buNone/>
              <a:tabLst>
                <a:tab pos="354965" algn="l"/>
              </a:tabLst>
              <a:defRPr lang="ru-RU"/>
            </a:pPr>
            <a:r>
              <a:rPr lang="ru-RU" sz="1600" b="1" cap="none">
                <a:solidFill>
                  <a:srgbClr val="3F3F3F"/>
                </a:solidFill>
              </a:rPr>
              <a:t>3. Отчет с валидацией</a:t>
            </a:r>
            <a:endParaRPr lang="ru-RU" sz="1600" cap="none"/>
          </a:p>
          <a:p>
            <a:pPr marL="354965" indent="-342265" defTabSz="9144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SzPts val="1790"/>
              <a:buFont typeface="Arial MT" charset="0"/>
              <a:buChar char="•"/>
              <a:tabLst>
                <a:tab pos="354965" algn="l"/>
              </a:tabLst>
              <a:defRPr lang="ru-RU"/>
            </a:pPr>
            <a:r>
              <a:rPr lang="ru-RU" sz="1600" cap="none">
                <a:solidFill>
                  <a:srgbClr val="3F3F3F"/>
                </a:solidFill>
              </a:rPr>
              <a:t>Тестирование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на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реальных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данных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от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«Газпром ИД».</a:t>
            </a:r>
            <a:endParaRPr lang="ru-RU" sz="1600" cap="none"/>
          </a:p>
          <a:p>
            <a:pPr marL="354965" indent="-342265" defTabSz="914400">
              <a:lnSpc>
                <a:spcPct val="100000"/>
              </a:lnSpc>
              <a:spcBef>
                <a:spcPts val="495"/>
              </a:spcBef>
              <a:buClr>
                <a:srgbClr val="000000"/>
              </a:buClr>
              <a:buSzPts val="1790"/>
              <a:buFont typeface="Arial MT" charset="0"/>
              <a:buChar char="•"/>
              <a:tabLst>
                <a:tab pos="354965" algn="l"/>
              </a:tabLst>
              <a:defRPr lang="ru-RU"/>
            </a:pPr>
            <a:r>
              <a:rPr lang="ru-RU" sz="1600" cap="none">
                <a:solidFill>
                  <a:srgbClr val="3F3F3F"/>
                </a:solidFill>
              </a:rPr>
              <a:t>Сравнение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с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существующими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методами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(точность,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скорость,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ресурсозатратность).</a:t>
            </a:r>
            <a:endParaRPr lang="ru-RU" sz="1600" cap="none"/>
          </a:p>
          <a:p>
            <a:pPr marL="12700" indent="0" defTabSz="914400">
              <a:lnSpc>
                <a:spcPct val="100000"/>
              </a:lnSpc>
              <a:spcBef>
                <a:spcPts val="490"/>
              </a:spcBef>
              <a:buNone/>
              <a:tabLst>
                <a:tab pos="354965" algn="l"/>
              </a:tabLst>
              <a:defRPr lang="ru-RU"/>
            </a:pPr>
            <a:r>
              <a:rPr lang="ru-RU" sz="1600" b="1" cap="none">
                <a:solidFill>
                  <a:srgbClr val="3F3F3F"/>
                </a:solidFill>
              </a:rPr>
              <a:t>Для</a:t>
            </a:r>
            <a:r>
              <a:rPr lang="ru-RU" sz="1600" b="1" cap="none" spc="-2">
                <a:solidFill>
                  <a:srgbClr val="3F3F3F"/>
                </a:solidFill>
              </a:rPr>
              <a:t> </a:t>
            </a:r>
            <a:r>
              <a:rPr lang="ru-RU" sz="1600" b="1" cap="none">
                <a:solidFill>
                  <a:srgbClr val="3F3F3F"/>
                </a:solidFill>
              </a:rPr>
              <a:t>кого этот продукт?</a:t>
            </a:r>
            <a:endParaRPr lang="ru-RU" sz="1600" cap="none"/>
          </a:p>
          <a:p>
            <a:pPr marL="354965" indent="-342265" defTabSz="914400">
              <a:lnSpc>
                <a:spcPct val="100000"/>
              </a:lnSpc>
              <a:spcBef>
                <a:spcPts val="480"/>
              </a:spcBef>
              <a:buClr>
                <a:srgbClr val="000000"/>
              </a:buClr>
              <a:buSzPts val="1790"/>
              <a:buFont typeface="Arial MT" charset="0"/>
              <a:buChar char="•"/>
              <a:tabLst>
                <a:tab pos="354965" algn="l"/>
              </a:tabLst>
              <a:defRPr lang="ru-RU"/>
            </a:pPr>
            <a:r>
              <a:rPr lang="ru-RU" sz="1600" cap="none">
                <a:solidFill>
                  <a:srgbClr val="3F3F3F"/>
                </a:solidFill>
              </a:rPr>
              <a:t>Компании,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работающие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с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большими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данными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(энергетика, логистика,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финансы).</a:t>
            </a:r>
            <a:endParaRPr lang="ru-RU" sz="1600" cap="none"/>
          </a:p>
          <a:p>
            <a:pPr marL="354965" indent="-342265" defTabSz="914400">
              <a:lnSpc>
                <a:spcPct val="100000"/>
              </a:lnSpc>
              <a:spcBef>
                <a:spcPts val="495"/>
              </a:spcBef>
              <a:buClr>
                <a:srgbClr val="000000"/>
              </a:buClr>
              <a:buSzPts val="1790"/>
              <a:buFont typeface="Arial MT" charset="0"/>
              <a:buChar char="•"/>
              <a:tabLst>
                <a:tab pos="354965" algn="l"/>
              </a:tabLst>
              <a:defRPr lang="ru-RU"/>
            </a:pPr>
            <a:r>
              <a:rPr lang="ru-RU" sz="1600" cap="none">
                <a:solidFill>
                  <a:srgbClr val="3F3F3F"/>
                </a:solidFill>
              </a:rPr>
              <a:t>Аналитики и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дата-инженеры, которым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нужен гибкий</a:t>
            </a:r>
            <a:r>
              <a:rPr lang="ru-RU" sz="1600" cap="none" spc="-2">
                <a:solidFill>
                  <a:srgbClr val="3F3F3F"/>
                </a:solidFill>
              </a:rPr>
              <a:t> </a:t>
            </a:r>
            <a:r>
              <a:rPr lang="ru-RU" sz="1600" cap="none">
                <a:solidFill>
                  <a:srgbClr val="3F3F3F"/>
                </a:solidFill>
              </a:rPr>
              <a:t>инструмент</a:t>
            </a:r>
            <a:r>
              <a:rPr lang="ru-RU" sz="1800" cap="none">
                <a:solidFill>
                  <a:srgbClr val="3F3F3F"/>
                </a:solidFill>
              </a:rPr>
              <a:t>.</a:t>
            </a:r>
            <a:endParaRPr lang="ru-RU" sz="1800" cap="none"/>
          </a:p>
          <a:p>
            <a:pPr marL="0" indent="0">
              <a:buNone/>
              <a:defRPr lang="ru-RU"/>
            </a:pPr>
            <a:endParaRPr lang="ru-RU" sz="1200" cap="none"/>
          </a:p>
        </p:txBody>
      </p:sp>
      <p:sp>
        <p:nvSpPr>
          <p:cNvPr id="4" name="Номер слайд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///8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uicAABonAABiNA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40AA84-CAD2-155C-9CF8-3C09E4B66A69}" type="slidenum">
              <a:t>2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3gMAAD8CAABiNA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ru-RU"/>
            </a:pPr>
            <a:r>
              <a:t>Целевая аудитория</a:t>
            </a:r>
          </a:p>
        </p:txBody>
      </p:sp>
      <p:sp>
        <p:nvSpPr>
          <p:cNvPr id="3" name="Объект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3gMAAGcKAABiNAAAACYAABAAAAAmAAAACAAAAAEAAAAAAAAA"/>
              </a:ext>
            </a:extLst>
          </p:cNvSpPr>
          <p:nvPr>
            <p:ph type="body" idx="1"/>
          </p:nvPr>
        </p:nvSpPr>
        <p:spPr>
          <a:xfrm>
            <a:off x="628650" y="1691005"/>
            <a:ext cx="7886700" cy="4486275"/>
          </a:xfrm>
        </p:spPr>
        <p:txBody>
          <a:bodyPr/>
          <a:lstStyle/>
          <a:p>
            <a:pPr marL="355600" marR="5080" indent="-343535" defTabSz="914400">
              <a:lnSpc>
                <a:spcPts val="2020"/>
              </a:lnSpc>
              <a:spcBef>
                <a:spcPts val="580"/>
              </a:spcBef>
              <a:buClr>
                <a:srgbClr val="000000"/>
              </a:buClr>
              <a:buSzPts val="1805"/>
              <a:buFont typeface="Arial MT" charset="0"/>
              <a:buChar char="•"/>
              <a:tabLst>
                <a:tab pos="355600" algn="l"/>
              </a:tabLst>
              <a:defRPr lang="ru-RU"/>
            </a:pPr>
            <a:r>
              <a:rPr lang="ru-RU" cap="none">
                <a:solidFill>
                  <a:srgbClr val="3F3F3F"/>
                </a:solidFill>
              </a:rPr>
              <a:t>Наше</a:t>
            </a:r>
            <a:r>
              <a:rPr lang="ru-RU" cap="none" spc="-2">
                <a:solidFill>
                  <a:srgbClr val="3F3F3F"/>
                </a:solidFill>
              </a:rPr>
              <a:t> </a:t>
            </a:r>
            <a:r>
              <a:rPr lang="ru-RU" cap="none">
                <a:solidFill>
                  <a:srgbClr val="3F3F3F"/>
                </a:solidFill>
              </a:rPr>
              <a:t>решение предназначено</a:t>
            </a:r>
            <a:r>
              <a:rPr lang="ru-RU" cap="none" spc="-2">
                <a:solidFill>
                  <a:srgbClr val="3F3F3F"/>
                </a:solidFill>
              </a:rPr>
              <a:t> </a:t>
            </a:r>
            <a:r>
              <a:rPr lang="ru-RU" cap="none">
                <a:solidFill>
                  <a:srgbClr val="3F3F3F"/>
                </a:solidFill>
              </a:rPr>
              <a:t>для</a:t>
            </a:r>
            <a:r>
              <a:rPr lang="ru-RU" cap="none" spc="-2">
                <a:solidFill>
                  <a:srgbClr val="3F3F3F"/>
                </a:solidFill>
              </a:rPr>
              <a:t> </a:t>
            </a:r>
            <a:r>
              <a:rPr lang="ru-RU" cap="none">
                <a:solidFill>
                  <a:srgbClr val="3F3F3F"/>
                </a:solidFill>
              </a:rPr>
              <a:t>специалистов</a:t>
            </a:r>
            <a:r>
              <a:rPr lang="ru-RU" cap="none" spc="-2">
                <a:solidFill>
                  <a:srgbClr val="3F3F3F"/>
                </a:solidFill>
              </a:rPr>
              <a:t> </a:t>
            </a:r>
            <a:r>
              <a:rPr lang="ru-RU" cap="none">
                <a:solidFill>
                  <a:srgbClr val="3F3F3F"/>
                </a:solidFill>
              </a:rPr>
              <a:t>и</a:t>
            </a:r>
            <a:r>
              <a:rPr lang="ru-RU" cap="none" spc="-2">
                <a:solidFill>
                  <a:srgbClr val="3F3F3F"/>
                </a:solidFill>
              </a:rPr>
              <a:t> </a:t>
            </a:r>
            <a:r>
              <a:rPr lang="ru-RU" cap="none">
                <a:solidFill>
                  <a:srgbClr val="3F3F3F"/>
                </a:solidFill>
              </a:rPr>
              <a:t>компаний, работающих</a:t>
            </a:r>
            <a:r>
              <a:rPr lang="ru-RU" cap="none" spc="-2">
                <a:solidFill>
                  <a:srgbClr val="3F3F3F"/>
                </a:solidFill>
              </a:rPr>
              <a:t> </a:t>
            </a:r>
            <a:r>
              <a:rPr lang="ru-RU" cap="none">
                <a:solidFill>
                  <a:srgbClr val="3F3F3F"/>
                </a:solidFill>
              </a:rPr>
              <a:t>с большими данными,</a:t>
            </a:r>
            <a:r>
              <a:rPr lang="ru-RU" cap="none" spc="-2">
                <a:solidFill>
                  <a:srgbClr val="3F3F3F"/>
                </a:solidFill>
              </a:rPr>
              <a:t> </a:t>
            </a:r>
            <a:r>
              <a:rPr lang="ru-RU" cap="none">
                <a:solidFill>
                  <a:srgbClr val="3F3F3F"/>
                </a:solidFill>
              </a:rPr>
              <a:t>где</a:t>
            </a:r>
            <a:r>
              <a:rPr lang="ru-RU" cap="none" spc="-2">
                <a:solidFill>
                  <a:srgbClr val="3F3F3F"/>
                </a:solidFill>
              </a:rPr>
              <a:t> </a:t>
            </a:r>
            <a:r>
              <a:rPr lang="ru-RU" cap="none">
                <a:solidFill>
                  <a:srgbClr val="3F3F3F"/>
                </a:solidFill>
              </a:rPr>
              <a:t>критически</a:t>
            </a:r>
            <a:r>
              <a:rPr lang="ru-RU" cap="none" spc="-2">
                <a:solidFill>
                  <a:srgbClr val="3F3F3F"/>
                </a:solidFill>
              </a:rPr>
              <a:t> </a:t>
            </a:r>
            <a:r>
              <a:rPr lang="ru-RU" cap="none">
                <a:solidFill>
                  <a:srgbClr val="3F3F3F"/>
                </a:solidFill>
              </a:rPr>
              <a:t>важен контроль качества</a:t>
            </a:r>
            <a:r>
              <a:rPr lang="ru-RU" cap="none" spc="-2">
                <a:solidFill>
                  <a:srgbClr val="3F3F3F"/>
                </a:solidFill>
              </a:rPr>
              <a:t> </a:t>
            </a:r>
            <a:r>
              <a:rPr lang="ru-RU" cap="none">
                <a:solidFill>
                  <a:srgbClr val="3F3F3F"/>
                </a:solidFill>
              </a:rPr>
              <a:t>и</a:t>
            </a:r>
            <a:r>
              <a:rPr lang="ru-RU" cap="none" spc="-2">
                <a:solidFill>
                  <a:srgbClr val="3F3F3F"/>
                </a:solidFill>
              </a:rPr>
              <a:t> </a:t>
            </a:r>
            <a:r>
              <a:rPr lang="ru-RU" cap="none">
                <a:solidFill>
                  <a:srgbClr val="3F3F3F"/>
                </a:solidFill>
              </a:rPr>
              <a:t>обнаружение</a:t>
            </a:r>
            <a:r>
              <a:rPr lang="ru-RU" cap="none" spc="-2">
                <a:solidFill>
                  <a:srgbClr val="3F3F3F"/>
                </a:solidFill>
              </a:rPr>
              <a:t> </a:t>
            </a:r>
            <a:r>
              <a:rPr lang="ru-RU" cap="none">
                <a:solidFill>
                  <a:srgbClr val="3F3F3F"/>
                </a:solidFill>
              </a:rPr>
              <a:t>аномалий.</a:t>
            </a:r>
          </a:p>
          <a:p>
            <a:pPr marL="355600" indent="-342900" defTabSz="914400">
              <a:lnSpc>
                <a:spcPct val="100000"/>
              </a:lnSpc>
              <a:spcBef>
                <a:spcPts val="300"/>
              </a:spcBef>
              <a:buClr>
                <a:srgbClr val="000000"/>
              </a:buClr>
              <a:buSzPts val="1805"/>
              <a:buFont typeface="Arial MT" charset="0"/>
              <a:buChar char="•"/>
              <a:tabLst>
                <a:tab pos="355600" algn="l"/>
              </a:tabLst>
              <a:defRPr lang="ru-RU"/>
            </a:pPr>
            <a:r>
              <a:rPr lang="ru-RU" b="1" cap="none">
                <a:solidFill>
                  <a:srgbClr val="3F3F3F"/>
                </a:solidFill>
              </a:rPr>
              <a:t>Основные</a:t>
            </a:r>
            <a:r>
              <a:rPr lang="ru-RU" b="1" cap="none" spc="-2">
                <a:solidFill>
                  <a:srgbClr val="3F3F3F"/>
                </a:solidFill>
              </a:rPr>
              <a:t> </a:t>
            </a:r>
            <a:r>
              <a:rPr lang="ru-RU" b="1" cap="none">
                <a:solidFill>
                  <a:srgbClr val="3F3F3F"/>
                </a:solidFill>
              </a:rPr>
              <a:t>пользователи:</a:t>
            </a:r>
          </a:p>
          <a:p>
            <a:pPr marL="355600" indent="-342900" defTabSz="914400">
              <a:lnSpc>
                <a:spcPts val="2510"/>
              </a:lnSpc>
              <a:spcBef>
                <a:spcPts val="300"/>
              </a:spcBef>
              <a:buClr>
                <a:srgbClr val="000000"/>
              </a:buClr>
              <a:buSzPts val="1805"/>
              <a:buFontTx/>
              <a:buAutoNum type="arabicPeriod"/>
              <a:tabLst>
                <a:tab pos="355600" algn="l"/>
              </a:tabLst>
              <a:defRPr lang="ru-RU"/>
            </a:pPr>
            <a:r>
              <a:rPr lang="ru-RU" b="1" cap="none">
                <a:solidFill>
                  <a:srgbClr val="3F3F3F"/>
                </a:solidFill>
              </a:rPr>
              <a:t>Аналитики</a:t>
            </a:r>
            <a:r>
              <a:rPr lang="ru-RU" b="1" cap="none" spc="-2">
                <a:solidFill>
                  <a:srgbClr val="3F3F3F"/>
                </a:solidFill>
              </a:rPr>
              <a:t> </a:t>
            </a:r>
            <a:r>
              <a:rPr lang="ru-RU" b="1" cap="none">
                <a:solidFill>
                  <a:srgbClr val="3F3F3F"/>
                </a:solidFill>
              </a:rPr>
              <a:t>данных</a:t>
            </a:r>
          </a:p>
          <a:p>
            <a:pPr marL="641985" lvl="1" indent="-287020" defTabSz="914400">
              <a:lnSpc>
                <a:spcPts val="2135"/>
              </a:lnSpc>
              <a:buClr>
                <a:srgbClr val="000000"/>
              </a:buClr>
              <a:buFontTx/>
              <a:buAutoNum type="arabicPeriod"/>
              <a:tabLst>
                <a:tab pos="641985" algn="l"/>
              </a:tabLst>
              <a:defRPr lang="ru-RU"/>
            </a:pPr>
            <a:r>
              <a:rPr lang="ru-RU" cap="none">
                <a:solidFill>
                  <a:srgbClr val="3F3F3F"/>
                </a:solidFill>
              </a:rPr>
              <a:t>Выявляют</a:t>
            </a:r>
            <a:r>
              <a:rPr lang="ru-RU" cap="none" spc="-2">
                <a:solidFill>
                  <a:srgbClr val="3F3F3F"/>
                </a:solidFill>
              </a:rPr>
              <a:t> </a:t>
            </a:r>
            <a:r>
              <a:rPr lang="ru-RU" cap="none">
                <a:solidFill>
                  <a:srgbClr val="3F3F3F"/>
                </a:solidFill>
              </a:rPr>
              <a:t>ошибки,</a:t>
            </a:r>
            <a:r>
              <a:rPr lang="ru-RU" cap="none" spc="-2">
                <a:solidFill>
                  <a:srgbClr val="3F3F3F"/>
                </a:solidFill>
              </a:rPr>
              <a:t> </a:t>
            </a:r>
            <a:r>
              <a:rPr lang="ru-RU" cap="none">
                <a:solidFill>
                  <a:srgbClr val="3F3F3F"/>
                </a:solidFill>
              </a:rPr>
              <a:t>мошенничество</a:t>
            </a:r>
            <a:r>
              <a:rPr lang="ru-RU" cap="none" spc="-2">
                <a:solidFill>
                  <a:srgbClr val="3F3F3F"/>
                </a:solidFill>
              </a:rPr>
              <a:t> </a:t>
            </a:r>
            <a:r>
              <a:rPr lang="ru-RU" cap="none">
                <a:solidFill>
                  <a:srgbClr val="3F3F3F"/>
                </a:solidFill>
              </a:rPr>
              <a:t>или</a:t>
            </a:r>
            <a:r>
              <a:rPr lang="ru-RU" cap="none" spc="-2">
                <a:solidFill>
                  <a:srgbClr val="3F3F3F"/>
                </a:solidFill>
              </a:rPr>
              <a:t> </a:t>
            </a:r>
            <a:r>
              <a:rPr lang="ru-RU" cap="none">
                <a:solidFill>
                  <a:srgbClr val="3F3F3F"/>
                </a:solidFill>
              </a:rPr>
              <a:t>скрытые</a:t>
            </a:r>
            <a:r>
              <a:rPr lang="ru-RU" cap="none" spc="-2">
                <a:solidFill>
                  <a:srgbClr val="3F3F3F"/>
                </a:solidFill>
              </a:rPr>
              <a:t> </a:t>
            </a:r>
            <a:r>
              <a:rPr lang="ru-RU" cap="none">
                <a:solidFill>
                  <a:srgbClr val="3F3F3F"/>
                </a:solidFill>
              </a:rPr>
              <a:t>закономерности.</a:t>
            </a:r>
          </a:p>
          <a:p>
            <a:pPr marL="641985" lvl="1" indent="-287020" defTabSz="914400">
              <a:lnSpc>
                <a:spcPts val="2150"/>
              </a:lnSpc>
              <a:buClr>
                <a:srgbClr val="000000"/>
              </a:buClr>
              <a:buFontTx/>
              <a:buAutoNum type="arabicPeriod"/>
              <a:tabLst>
                <a:tab pos="641985" algn="l"/>
              </a:tabLst>
              <a:defRPr lang="ru-RU"/>
            </a:pPr>
            <a:r>
              <a:rPr lang="ru-RU" cap="none">
                <a:solidFill>
                  <a:srgbClr val="3F3F3F"/>
                </a:solidFill>
              </a:rPr>
              <a:t>Экономят</a:t>
            </a:r>
            <a:r>
              <a:rPr lang="ru-RU" cap="none" spc="-2">
                <a:solidFill>
                  <a:srgbClr val="3F3F3F"/>
                </a:solidFill>
              </a:rPr>
              <a:t> </a:t>
            </a:r>
            <a:r>
              <a:rPr lang="ru-RU" cap="none">
                <a:solidFill>
                  <a:srgbClr val="3F3F3F"/>
                </a:solidFill>
              </a:rPr>
              <a:t>время</a:t>
            </a:r>
            <a:r>
              <a:rPr lang="ru-RU" cap="none" spc="-2">
                <a:solidFill>
                  <a:srgbClr val="3F3F3F"/>
                </a:solidFill>
              </a:rPr>
              <a:t> </a:t>
            </a:r>
            <a:r>
              <a:rPr lang="ru-RU" cap="none">
                <a:solidFill>
                  <a:srgbClr val="3F3F3F"/>
                </a:solidFill>
              </a:rPr>
              <a:t>на</a:t>
            </a:r>
            <a:r>
              <a:rPr lang="ru-RU" cap="none" spc="-2">
                <a:solidFill>
                  <a:srgbClr val="3F3F3F"/>
                </a:solidFill>
              </a:rPr>
              <a:t> </a:t>
            </a:r>
            <a:r>
              <a:rPr lang="ru-RU" cap="none">
                <a:solidFill>
                  <a:srgbClr val="3F3F3F"/>
                </a:solidFill>
              </a:rPr>
              <a:t>ручной</a:t>
            </a:r>
            <a:r>
              <a:rPr lang="ru-RU" cap="none" spc="-2">
                <a:solidFill>
                  <a:srgbClr val="3F3F3F"/>
                </a:solidFill>
              </a:rPr>
              <a:t> </a:t>
            </a:r>
            <a:r>
              <a:rPr lang="ru-RU" cap="none">
                <a:solidFill>
                  <a:srgbClr val="3F3F3F"/>
                </a:solidFill>
              </a:rPr>
              <a:t>проверке</a:t>
            </a:r>
            <a:r>
              <a:rPr lang="ru-RU" cap="none" spc="-2">
                <a:solidFill>
                  <a:srgbClr val="3F3F3F"/>
                </a:solidFill>
              </a:rPr>
              <a:t> </a:t>
            </a:r>
            <a:r>
              <a:rPr lang="ru-RU" cap="none">
                <a:solidFill>
                  <a:srgbClr val="3F3F3F"/>
                </a:solidFill>
              </a:rPr>
              <a:t>данных.</a:t>
            </a:r>
          </a:p>
          <a:p>
            <a:pPr marL="355600" indent="-342900" defTabSz="914400">
              <a:lnSpc>
                <a:spcPts val="2515"/>
              </a:lnSpc>
              <a:spcBef>
                <a:spcPts val="275"/>
              </a:spcBef>
              <a:buClr>
                <a:srgbClr val="000000"/>
              </a:buClr>
              <a:buSzPts val="1805"/>
              <a:buFontTx/>
              <a:buAutoNum type="arabicPeriod"/>
              <a:tabLst>
                <a:tab pos="355600" algn="l"/>
              </a:tabLst>
              <a:defRPr lang="ru-RU"/>
            </a:pPr>
            <a:r>
              <a:rPr lang="ru-RU" b="1" cap="none">
                <a:solidFill>
                  <a:srgbClr val="3F3F3F"/>
                </a:solidFill>
              </a:rPr>
              <a:t>Дата-инженеры и IT-специалисты</a:t>
            </a:r>
          </a:p>
          <a:p>
            <a:pPr marL="641985" lvl="1" indent="-287020" defTabSz="914400">
              <a:lnSpc>
                <a:spcPts val="2135"/>
              </a:lnSpc>
              <a:buClr>
                <a:srgbClr val="000000"/>
              </a:buClr>
              <a:buFontTx/>
              <a:buAutoNum type="arabicPeriod"/>
              <a:tabLst>
                <a:tab pos="641985" algn="l"/>
              </a:tabLst>
              <a:defRPr lang="ru-RU"/>
            </a:pPr>
            <a:r>
              <a:rPr lang="ru-RU" cap="none">
                <a:solidFill>
                  <a:srgbClr val="3F3F3F"/>
                </a:solidFill>
              </a:rPr>
              <a:t>Встраивают</a:t>
            </a:r>
            <a:r>
              <a:rPr lang="ru-RU" cap="none" spc="-2">
                <a:solidFill>
                  <a:srgbClr val="3F3F3F"/>
                </a:solidFill>
              </a:rPr>
              <a:t> </a:t>
            </a:r>
            <a:r>
              <a:rPr lang="ru-RU" cap="none">
                <a:solidFill>
                  <a:srgbClr val="3F3F3F"/>
                </a:solidFill>
              </a:rPr>
              <a:t>алгоритм</a:t>
            </a:r>
            <a:r>
              <a:rPr lang="ru-RU" cap="none" spc="-2">
                <a:solidFill>
                  <a:srgbClr val="3F3F3F"/>
                </a:solidFill>
              </a:rPr>
              <a:t> </a:t>
            </a:r>
            <a:r>
              <a:rPr lang="ru-RU" cap="none">
                <a:solidFill>
                  <a:srgbClr val="3F3F3F"/>
                </a:solidFill>
              </a:rPr>
              <a:t>в</a:t>
            </a:r>
            <a:r>
              <a:rPr lang="ru-RU" cap="none" spc="-2">
                <a:solidFill>
                  <a:srgbClr val="3F3F3F"/>
                </a:solidFill>
              </a:rPr>
              <a:t> </a:t>
            </a:r>
            <a:r>
              <a:rPr lang="ru-RU" cap="none">
                <a:solidFill>
                  <a:srgbClr val="3F3F3F"/>
                </a:solidFill>
              </a:rPr>
              <a:t>ETL-процессы</a:t>
            </a:r>
            <a:r>
              <a:rPr lang="ru-RU" cap="none" spc="-2">
                <a:solidFill>
                  <a:srgbClr val="3F3F3F"/>
                </a:solidFill>
              </a:rPr>
              <a:t> </a:t>
            </a:r>
            <a:r>
              <a:rPr lang="ru-RU" cap="none">
                <a:solidFill>
                  <a:srgbClr val="3F3F3F"/>
                </a:solidFill>
              </a:rPr>
              <a:t>и</a:t>
            </a:r>
            <a:r>
              <a:rPr lang="ru-RU" cap="none" spc="-2">
                <a:solidFill>
                  <a:srgbClr val="3F3F3F"/>
                </a:solidFill>
              </a:rPr>
              <a:t> </a:t>
            </a:r>
            <a:r>
              <a:rPr lang="ru-RU" cap="none">
                <a:solidFill>
                  <a:srgbClr val="3F3F3F"/>
                </a:solidFill>
              </a:rPr>
              <a:t>системы</a:t>
            </a:r>
            <a:r>
              <a:rPr lang="ru-RU" cap="none" spc="-2">
                <a:solidFill>
                  <a:srgbClr val="3F3F3F"/>
                </a:solidFill>
              </a:rPr>
              <a:t> </a:t>
            </a:r>
            <a:r>
              <a:rPr lang="ru-RU" cap="none">
                <a:solidFill>
                  <a:srgbClr val="3F3F3F"/>
                </a:solidFill>
              </a:rPr>
              <a:t>мониторинга.</a:t>
            </a:r>
          </a:p>
          <a:p>
            <a:pPr marL="641985" lvl="1" indent="-287020" defTabSz="914400">
              <a:lnSpc>
                <a:spcPts val="2140"/>
              </a:lnSpc>
              <a:buClr>
                <a:srgbClr val="000000"/>
              </a:buClr>
              <a:buFontTx/>
              <a:buAutoNum type="arabicPeriod"/>
              <a:tabLst>
                <a:tab pos="641985" algn="l"/>
              </a:tabLst>
              <a:defRPr lang="ru-RU"/>
            </a:pPr>
            <a:r>
              <a:rPr lang="ru-RU" cap="none">
                <a:solidFill>
                  <a:srgbClr val="3F3F3F"/>
                </a:solidFill>
              </a:rPr>
              <a:t>Автоматизируют обработку данных.</a:t>
            </a:r>
          </a:p>
          <a:p>
            <a:pPr marL="355600" lvl="1" indent="-342900" defTabSz="914400">
              <a:lnSpc>
                <a:spcPts val="2510"/>
              </a:lnSpc>
              <a:spcBef>
                <a:spcPts val="290"/>
              </a:spcBef>
              <a:buClr>
                <a:srgbClr val="000000"/>
              </a:buClr>
              <a:buSzPts val="1805"/>
              <a:buFontTx/>
              <a:buAutoNum type="arabicPeriod"/>
              <a:tabLst>
                <a:tab pos="355600" algn="l"/>
              </a:tabLst>
              <a:defRPr lang="ru-RU"/>
            </a:pPr>
            <a:r>
              <a:rPr lang="ru-RU" sz="2100" b="1" cap="none">
                <a:solidFill>
                  <a:srgbClr val="3F3F3F"/>
                </a:solidFill>
              </a:rPr>
              <a:t>Бизнес-пользователи</a:t>
            </a:r>
            <a:r>
              <a:rPr lang="ru-RU" sz="2100" b="1" cap="none" spc="-2">
                <a:solidFill>
                  <a:srgbClr val="3F3F3F"/>
                </a:solidFill>
              </a:rPr>
              <a:t> </a:t>
            </a:r>
            <a:r>
              <a:rPr lang="ru-RU" sz="2100" b="1" cap="none">
                <a:solidFill>
                  <a:srgbClr val="3F3F3F"/>
                </a:solidFill>
              </a:rPr>
              <a:t>(менеджеры,</a:t>
            </a:r>
            <a:r>
              <a:rPr lang="ru-RU" sz="2100" b="1" cap="none" spc="-2">
                <a:solidFill>
                  <a:srgbClr val="3F3F3F"/>
                </a:solidFill>
              </a:rPr>
              <a:t> </a:t>
            </a:r>
            <a:r>
              <a:rPr lang="ru-RU" sz="2100" b="1" cap="none">
                <a:solidFill>
                  <a:srgbClr val="3F3F3F"/>
                </a:solidFill>
              </a:rPr>
              <a:t>руководители)</a:t>
            </a:r>
            <a:endParaRPr lang="ru-RU" sz="2100" cap="none"/>
          </a:p>
          <a:p>
            <a:pPr marL="641985" lvl="2" indent="-287020" defTabSz="914400">
              <a:lnSpc>
                <a:spcPts val="2130"/>
              </a:lnSpc>
              <a:buClr>
                <a:srgbClr val="000000"/>
              </a:buClr>
              <a:buFontTx/>
              <a:buAutoNum type="arabicPeriod"/>
              <a:tabLst>
                <a:tab pos="641985" algn="l"/>
              </a:tabLst>
              <a:defRPr lang="ru-RU"/>
            </a:pPr>
            <a:r>
              <a:rPr lang="ru-RU" sz="1800" cap="none">
                <a:solidFill>
                  <a:srgbClr val="3F3F3F"/>
                </a:solidFill>
              </a:rPr>
              <a:t>Получают</a:t>
            </a:r>
            <a:r>
              <a:rPr lang="ru-RU" sz="1800" cap="none" spc="-2">
                <a:solidFill>
                  <a:srgbClr val="3F3F3F"/>
                </a:solidFill>
              </a:rPr>
              <a:t> </a:t>
            </a:r>
            <a:r>
              <a:rPr lang="ru-RU" sz="1800" cap="none">
                <a:solidFill>
                  <a:srgbClr val="3F3F3F"/>
                </a:solidFill>
              </a:rPr>
              <a:t>готовые</a:t>
            </a:r>
            <a:r>
              <a:rPr lang="ru-RU" sz="1800" cap="none" spc="-2">
                <a:solidFill>
                  <a:srgbClr val="3F3F3F"/>
                </a:solidFill>
              </a:rPr>
              <a:t> </a:t>
            </a:r>
            <a:r>
              <a:rPr lang="ru-RU" sz="1800" cap="none">
                <a:solidFill>
                  <a:srgbClr val="3F3F3F"/>
                </a:solidFill>
              </a:rPr>
              <a:t>отчеты</a:t>
            </a:r>
            <a:r>
              <a:rPr lang="ru-RU" sz="1800" cap="none" spc="-2">
                <a:solidFill>
                  <a:srgbClr val="3F3F3F"/>
                </a:solidFill>
              </a:rPr>
              <a:t> </a:t>
            </a:r>
            <a:r>
              <a:rPr lang="ru-RU" sz="1800" cap="none">
                <a:solidFill>
                  <a:srgbClr val="3F3F3F"/>
                </a:solidFill>
              </a:rPr>
              <a:t>с</a:t>
            </a:r>
            <a:r>
              <a:rPr lang="ru-RU" sz="1800" cap="none" spc="-2">
                <a:solidFill>
                  <a:srgbClr val="3F3F3F"/>
                </a:solidFill>
              </a:rPr>
              <a:t> </a:t>
            </a:r>
            <a:r>
              <a:rPr lang="ru-RU" sz="1800" cap="none">
                <a:solidFill>
                  <a:srgbClr val="3F3F3F"/>
                </a:solidFill>
              </a:rPr>
              <a:t>помеченными</a:t>
            </a:r>
            <a:r>
              <a:rPr lang="ru-RU" sz="1800" cap="none" spc="-2">
                <a:solidFill>
                  <a:srgbClr val="3F3F3F"/>
                </a:solidFill>
              </a:rPr>
              <a:t> </a:t>
            </a:r>
            <a:r>
              <a:rPr lang="ru-RU" sz="1800" cap="none">
                <a:solidFill>
                  <a:srgbClr val="3F3F3F"/>
                </a:solidFill>
              </a:rPr>
              <a:t>аномалиями.</a:t>
            </a:r>
          </a:p>
          <a:p>
            <a:pPr marL="641985" lvl="2" indent="-287020" defTabSz="914400">
              <a:lnSpc>
                <a:spcPts val="2140"/>
              </a:lnSpc>
              <a:buClr>
                <a:srgbClr val="000000"/>
              </a:buClr>
              <a:buFontTx/>
              <a:buAutoNum type="arabicPeriod"/>
              <a:tabLst>
                <a:tab pos="641985" algn="l"/>
              </a:tabLst>
              <a:defRPr lang="ru-RU"/>
            </a:pPr>
            <a:r>
              <a:rPr lang="ru-RU" sz="1800" cap="none">
                <a:solidFill>
                  <a:srgbClr val="3F3F3F"/>
                </a:solidFill>
              </a:rPr>
              <a:t>Принимают</a:t>
            </a:r>
            <a:r>
              <a:rPr lang="ru-RU" sz="1800" cap="none" spc="-2">
                <a:solidFill>
                  <a:srgbClr val="3F3F3F"/>
                </a:solidFill>
              </a:rPr>
              <a:t> </a:t>
            </a:r>
            <a:r>
              <a:rPr lang="ru-RU" sz="1800" cap="none">
                <a:solidFill>
                  <a:srgbClr val="3F3F3F"/>
                </a:solidFill>
              </a:rPr>
              <a:t>решения</a:t>
            </a:r>
            <a:r>
              <a:rPr lang="ru-RU" sz="1800" cap="none" spc="-2">
                <a:solidFill>
                  <a:srgbClr val="3F3F3F"/>
                </a:solidFill>
              </a:rPr>
              <a:t> </a:t>
            </a:r>
            <a:r>
              <a:rPr lang="ru-RU" sz="1800" cap="none">
                <a:solidFill>
                  <a:srgbClr val="3F3F3F"/>
                </a:solidFill>
              </a:rPr>
              <a:t>на</a:t>
            </a:r>
            <a:r>
              <a:rPr lang="ru-RU" sz="1800" cap="none" spc="-4">
                <a:solidFill>
                  <a:srgbClr val="3F3F3F"/>
                </a:solidFill>
              </a:rPr>
              <a:t> </a:t>
            </a:r>
            <a:r>
              <a:rPr lang="ru-RU" sz="1800" cap="none">
                <a:solidFill>
                  <a:srgbClr val="3F3F3F"/>
                </a:solidFill>
              </a:rPr>
              <a:t>основе</a:t>
            </a:r>
            <a:r>
              <a:rPr lang="ru-RU" sz="1800" cap="none" spc="-2">
                <a:solidFill>
                  <a:srgbClr val="3F3F3F"/>
                </a:solidFill>
              </a:rPr>
              <a:t> </a:t>
            </a:r>
            <a:r>
              <a:rPr lang="ru-RU" sz="1800" cap="none">
                <a:solidFill>
                  <a:srgbClr val="3F3F3F"/>
                </a:solidFill>
              </a:rPr>
              <a:t>очищенных</a:t>
            </a:r>
            <a:r>
              <a:rPr lang="ru-RU" sz="1800" cap="none" spc="-2">
                <a:solidFill>
                  <a:srgbClr val="3F3F3F"/>
                </a:solidFill>
              </a:rPr>
              <a:t> </a:t>
            </a:r>
            <a:r>
              <a:rPr lang="ru-RU" sz="1800" cap="none">
                <a:solidFill>
                  <a:srgbClr val="3F3F3F"/>
                </a:solidFill>
              </a:rPr>
              <a:t>данных.</a:t>
            </a:r>
          </a:p>
          <a:p>
            <a:pPr>
              <a:defRPr lang="ru-RU"/>
            </a:pPr>
            <a:endParaRPr lang="ru-RU" sz="1800" cap="none">
              <a:solidFill>
                <a:srgbClr val="3F3F3F"/>
              </a:solidFill>
            </a:endParaRPr>
          </a:p>
        </p:txBody>
      </p:sp>
      <p:sp>
        <p:nvSpPr>
          <p:cNvPr id="4" name="Номер слайда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uicAABonAABiNA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40D2E3-ADD2-1524-9CF8-5B719CB66A0E}" type="slidenum">
              <a:t>3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3gMAAD8CAABiNA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ru-RU"/>
            </a:pPr>
            <a:r>
              <a:t>Цель проекта</a:t>
            </a:r>
          </a:p>
        </p:txBody>
      </p:sp>
      <p:sp>
        <p:nvSpPr>
          <p:cNvPr id="3" name="Объект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3gMAADsLAABiNAAAACYAABAAAAAmAAAACAAAAAAAAAAAAAAA"/>
              </a:ext>
            </a:extLst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defRPr lang="ru-RU"/>
            </a:pPr>
            <a:r>
              <a:rPr dirty="0"/>
              <a:t>За 12 недель разработать универсальный алгоритм автоматического обнаружения аномалий, который:</a:t>
            </a:r>
          </a:p>
          <a:p>
            <a:pPr>
              <a:buFont typeface="Wingdings" pitchFamily="2" charset="2"/>
              <a:buChar char=""/>
              <a:defRPr lang="ru-RU"/>
            </a:pPr>
            <a:r>
              <a:rPr dirty="0"/>
              <a:t>Превышает аналоги по точности (на 5% лучше среднего аналога).</a:t>
            </a:r>
          </a:p>
          <a:p>
            <a:pPr>
              <a:buFont typeface="Wingdings" pitchFamily="2" charset="2"/>
              <a:buChar char=""/>
              <a:defRPr lang="ru-RU"/>
            </a:pPr>
            <a:r>
              <a:rPr dirty="0"/>
              <a:t>Поддерживает 2+ типа данных(CSV, JSON + интеграция с </a:t>
            </a:r>
            <a:r>
              <a:rPr dirty="0" err="1"/>
              <a:t>Python</a:t>
            </a:r>
            <a:r>
              <a:rPr dirty="0"/>
              <a:t> (</a:t>
            </a:r>
            <a:r>
              <a:rPr dirty="0" err="1" smtClean="0"/>
              <a:t>Jupyter</a:t>
            </a:r>
            <a:r>
              <a:rPr dirty="0" smtClean="0"/>
              <a:t>/</a:t>
            </a:r>
            <a:r>
              <a:rPr lang="en-US" dirty="0" err="1" smtClean="0"/>
              <a:t>Pycharm</a:t>
            </a:r>
            <a:r>
              <a:rPr dirty="0" smtClean="0"/>
              <a:t>).</a:t>
            </a:r>
            <a:endParaRPr dirty="0"/>
          </a:p>
          <a:p>
            <a:pPr>
              <a:buFont typeface="Wingdings" pitchFamily="2" charset="2"/>
              <a:buChar char=""/>
              <a:defRPr lang="ru-RU"/>
            </a:pPr>
            <a:r>
              <a:rPr dirty="0"/>
              <a:t>Использует: статистические методы, методы машинного обучения, временные ряды, сетевой анализ, ансамблевые методы</a:t>
            </a:r>
          </a:p>
          <a:p>
            <a:pPr>
              <a:buFont typeface="Wingdings" pitchFamily="2" charset="2"/>
              <a:buChar char=""/>
              <a:defRPr lang="ru-RU"/>
            </a:pPr>
            <a:r>
              <a:rPr dirty="0"/>
              <a:t>Эффективен в работе (скорость обработки ≥ 5 000 записей/сек, на 10% меньше ложных срабатываний).</a:t>
            </a:r>
          </a:p>
          <a:p>
            <a:pPr>
              <a:buFont typeface="Wingdings" pitchFamily="2" charset="2"/>
              <a:buChar char=""/>
              <a:defRPr lang="ru-RU"/>
            </a:pPr>
            <a:r>
              <a:rPr dirty="0"/>
              <a:t>Протестирован на данных «Газпром ИД» с итоговым отчетом. </a:t>
            </a:r>
          </a:p>
        </p:txBody>
      </p:sp>
      <p:sp>
        <p:nvSpPr>
          <p:cNvPr id="4" name="Номер слайд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uicAABonAABiNA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40BDCB-85D2-154B-9CF8-731EF3B66A26}" type="slidenum">
              <a:t>4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3gMAAD8CAABiNAAA6wYAABAAAAAmAAAACAAAAAEAAAAAAAAA"/>
              </a:ext>
            </a:extLst>
          </p:cNvSpPr>
          <p:nvPr>
            <p:ph type="title"/>
          </p:nvPr>
        </p:nvSpPr>
        <p:spPr>
          <a:xfrm>
            <a:off x="628650" y="365125"/>
            <a:ext cx="7886700" cy="759460"/>
          </a:xfrm>
        </p:spPr>
        <p:txBody>
          <a:bodyPr/>
          <a:lstStyle/>
          <a:p>
            <a:pPr>
              <a:defRPr lang="ru-RU"/>
            </a:pPr>
            <a:r>
              <a:t>Предлагаемое решение</a:t>
            </a:r>
          </a:p>
        </p:txBody>
      </p:sp>
      <p:sp>
        <p:nvSpPr>
          <p:cNvPr id="3" name="Объект 2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3gMAAD4GAABiNAAAPg8AABAAAAAmAAAACAAAAAEAAAAAAAAA"/>
              </a:ext>
            </a:extLst>
          </p:cNvSpPr>
          <p:nvPr>
            <p:ph type="body" idx="1"/>
          </p:nvPr>
        </p:nvSpPr>
        <p:spPr>
          <a:xfrm>
            <a:off x="628650" y="1014730"/>
            <a:ext cx="7886700" cy="1463040"/>
          </a:xfrm>
        </p:spPr>
        <p:txBody>
          <a:bodyPr/>
          <a:lstStyle/>
          <a:p>
            <a:pPr algn="l">
              <a:lnSpc>
                <a:spcPts val="2140"/>
              </a:lnSpc>
              <a:spcBef>
                <a:spcPts val="1025"/>
              </a:spcBef>
              <a:spcAft>
                <a:spcPts val="1025"/>
              </a:spcAft>
              <a:buNone/>
              <a:defRPr lang="ru-RU"/>
            </a:pPr>
            <a:r>
              <a:rPr lang="ru-RU" sz="1600" b="1" cap="none">
                <a:solidFill>
                  <a:srgbClr val="404040"/>
                </a:solidFill>
              </a:rPr>
              <a:t>Уникальность проекта:</a:t>
            </a:r>
            <a:r>
              <a:t/>
            </a:r>
            <a:br/>
            <a:r>
              <a:rPr lang="ru-RU" sz="1600" cap="none">
                <a:solidFill>
                  <a:srgbClr val="404040"/>
                </a:solidFill>
              </a:rPr>
              <a:t>Наш проект предлагает </a:t>
            </a:r>
            <a:r>
              <a:rPr lang="ru-RU" sz="1600" b="1" cap="none">
                <a:solidFill>
                  <a:srgbClr val="404040"/>
                </a:solidFill>
              </a:rPr>
              <a:t>комплексный подход</a:t>
            </a:r>
            <a:r>
              <a:rPr lang="ru-RU" sz="1600" cap="none">
                <a:solidFill>
                  <a:srgbClr val="404040"/>
                </a:solidFill>
              </a:rPr>
              <a:t> к обнаружению аномалий в данных, сочетающий </a:t>
            </a:r>
            <a:r>
              <a:rPr lang="ru-RU" sz="1600" b="1" cap="none">
                <a:solidFill>
                  <a:srgbClr val="404040"/>
                </a:solidFill>
              </a:rPr>
              <a:t>статистические методы, алгоритмы машинного обучения и анализ временных рядов</a:t>
            </a:r>
            <a:r>
              <a:rPr lang="ru-RU" sz="1600" cap="none">
                <a:solidFill>
                  <a:srgbClr val="404040"/>
                </a:solidFill>
              </a:rPr>
              <a:t>. В отличие от стандартных решений, мы используем </a:t>
            </a:r>
            <a:r>
              <a:rPr lang="ru-RU" sz="1600" b="1" cap="none">
                <a:solidFill>
                  <a:srgbClr val="404040"/>
                </a:solidFill>
              </a:rPr>
              <a:t>ансамблевую методику</a:t>
            </a:r>
            <a:r>
              <a:rPr lang="ru-RU" sz="1600" cap="none">
                <a:solidFill>
                  <a:srgbClr val="404040"/>
                </a:solidFill>
              </a:rPr>
              <a:t>, что повышает точность и снижает количество ложных срабатываний.</a:t>
            </a:r>
          </a:p>
          <a:p>
            <a:pPr>
              <a:defRPr lang="ru-RU"/>
            </a:pPr>
            <a:endParaRPr lang="ru-RU" sz="1600" cap="none">
              <a:solidFill>
                <a:srgbClr val="404040"/>
              </a:solidFill>
            </a:endParaRPr>
          </a:p>
        </p:txBody>
      </p:sp>
      <p:sp>
        <p:nvSpPr>
          <p:cNvPr id="4" name="Номер слайд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uicAABonAABiNA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40FCC2-8CD2-150A-9CF8-7A5FB2B66A2F}" type="slidenum">
              <a:t>5</a:t>
            </a:fld>
            <a:endParaRPr/>
          </a:p>
        </p:txBody>
      </p:sp>
      <p:sp>
        <p:nvSpPr>
          <p:cNvPr id="5" name="TextBox 13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E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B/f38A5+bmA8zMzADAwP8Af39/AAAAAAAAAAAAAAAAAAAAAAAAAAAAIQAAABgAAAAUAAAA7QIAAPoPAADuGQAA3ScAABAgAAAmAAAACAAAAP//////////"/>
              </a:ext>
            </a:extLst>
          </p:cNvSpPr>
          <p:nvPr/>
        </p:nvSpPr>
        <p:spPr>
          <a:xfrm>
            <a:off x="475615" y="2597150"/>
            <a:ext cx="3739515" cy="38830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 algn="l">
              <a:spcBef>
                <a:spcPts val="1025"/>
              </a:spcBef>
              <a:spcAft>
                <a:spcPts val="1025"/>
              </a:spcAft>
              <a:buNone/>
              <a:defRPr lang="ru-RU"/>
            </a:pPr>
            <a:r>
              <a:rPr lang="ru-RU" sz="1600" b="1" cap="none">
                <a:solidFill>
                  <a:srgbClr val="404040"/>
                </a:solidFill>
              </a:rPr>
              <a:t>Полезность для целевой аудитории:</a:t>
            </a:r>
            <a:endParaRPr lang="ru-RU" sz="1600" cap="none">
              <a:solidFill>
                <a:srgbClr val="404040"/>
              </a:solidFill>
            </a:endParaRPr>
          </a:p>
          <a:p>
            <a:pPr algn="l">
              <a:spcBef>
                <a:spcPts val="1025"/>
              </a:spcBef>
              <a:spcAft>
                <a:spcPts val="1025"/>
              </a:spcAft>
              <a:buFont typeface="Arial" pitchFamily="2" charset="-52"/>
              <a:buChar char="•"/>
              <a:defRPr lang="ru-RU"/>
            </a:pPr>
            <a:r>
              <a:rPr lang="ru-RU" sz="1600" b="1" cap="none">
                <a:solidFill>
                  <a:srgbClr val="404040"/>
                </a:solidFill>
              </a:rPr>
              <a:t>Аналитики данных</a:t>
            </a:r>
            <a:r>
              <a:rPr lang="ru-RU" sz="1600" cap="none">
                <a:solidFill>
                  <a:srgbClr val="404040"/>
                </a:solidFill>
              </a:rPr>
              <a:t> – получают инструмент для автоматического выявления аномалий без ручной проверки.</a:t>
            </a:r>
          </a:p>
          <a:p>
            <a:pPr algn="l">
              <a:spcBef>
                <a:spcPts val="300"/>
              </a:spcBef>
              <a:spcAft>
                <a:spcPts val="1025"/>
              </a:spcAft>
              <a:buFont typeface="Arial" pitchFamily="2" charset="-52"/>
              <a:buChar char="•"/>
              <a:defRPr lang="ru-RU"/>
            </a:pPr>
            <a:r>
              <a:rPr lang="ru-RU" sz="1600" b="1" cap="none">
                <a:solidFill>
                  <a:srgbClr val="404040"/>
                </a:solidFill>
              </a:rPr>
              <a:t>Бизнес-пользователи</a:t>
            </a:r>
            <a:r>
              <a:rPr lang="ru-RU" sz="1600" cap="none">
                <a:solidFill>
                  <a:srgbClr val="404040"/>
                </a:solidFill>
              </a:rPr>
              <a:t> – могут быстро обнаруживать подозрительную активность (мошенничество, технические сбои, аномальное поведение пользователей).</a:t>
            </a:r>
          </a:p>
          <a:p>
            <a:pPr algn="l">
              <a:spcBef>
                <a:spcPts val="300"/>
              </a:spcBef>
              <a:spcAft>
                <a:spcPts val="1025"/>
              </a:spcAft>
              <a:buFont typeface="Arial" pitchFamily="2" charset="-52"/>
              <a:buChar char="•"/>
              <a:defRPr lang="ru-RU"/>
            </a:pPr>
            <a:r>
              <a:rPr lang="ru-RU" sz="1600" b="1" cap="none">
                <a:solidFill>
                  <a:srgbClr val="404040"/>
                </a:solidFill>
              </a:rPr>
              <a:t>Разработчики и дата-инженеры</a:t>
            </a:r>
            <a:r>
              <a:rPr lang="ru-RU" sz="1600" cap="none">
                <a:solidFill>
                  <a:srgbClr val="404040"/>
                </a:solidFill>
              </a:rPr>
              <a:t> – интегрируют готовые методы в свои системы мониторинга.</a:t>
            </a:r>
          </a:p>
        </p:txBody>
      </p:sp>
      <p:sp>
        <p:nvSpPr>
          <p:cNvPr id="6" name="TextBox 14"/>
          <p:cNvSpPr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E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B/f38A5+bmA8zMzADAwP8Af39/AAAAAAAAAAAAAAAAAAAAAAAAAAAAIQAAABgAAAAUAAAA7hkAAJ0RAADONQAAvCQAABAgAAAmAAAACAAAAP//////////"/>
              </a:ext>
            </a:extLst>
          </p:cNvSpPr>
          <p:nvPr/>
        </p:nvSpPr>
        <p:spPr>
          <a:xfrm>
            <a:off x="4215130" y="2863215"/>
            <a:ext cx="4531360" cy="310832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900" anchor="t"/>
          <a:lstStyle/>
          <a:p>
            <a:pPr>
              <a:defRPr lang="ru-RU"/>
            </a:pPr>
            <a:r>
              <a:rPr lang="ru-RU" sz="1600" b="1" cap="none">
                <a:solidFill>
                  <a:srgbClr val="404040"/>
                </a:solidFill>
              </a:rPr>
              <a:t>Преимущества:</a:t>
            </a:r>
            <a:r>
              <a:t/>
            </a:r>
            <a:br/>
            <a:r>
              <a:rPr lang="ru-RU" sz="1600" cap="none">
                <a:solidFill>
                  <a:srgbClr val="404040"/>
                </a:solidFill>
              </a:rPr>
              <a:t>✔ </a:t>
            </a:r>
            <a:r>
              <a:rPr lang="ru-RU" sz="1600" b="1" cap="none">
                <a:solidFill>
                  <a:srgbClr val="404040"/>
                </a:solidFill>
              </a:rPr>
              <a:t>Гибкость</a:t>
            </a:r>
            <a:r>
              <a:rPr lang="ru-RU" sz="1600" cap="none">
                <a:solidFill>
                  <a:srgbClr val="404040"/>
                </a:solidFill>
              </a:rPr>
              <a:t> – работает с разными типами данных (числовые, категориальные, временные ряды).</a:t>
            </a:r>
            <a:r>
              <a:t/>
            </a:r>
            <a:br/>
            <a:r>
              <a:rPr lang="ru-RU" sz="1600" cap="none">
                <a:solidFill>
                  <a:srgbClr val="404040"/>
                </a:solidFill>
              </a:rPr>
              <a:t>✔ </a:t>
            </a:r>
            <a:r>
              <a:rPr lang="ru-RU" sz="1600" b="1" cap="none">
                <a:solidFill>
                  <a:srgbClr val="404040"/>
                </a:solidFill>
              </a:rPr>
              <a:t>Масштабируемость</a:t>
            </a:r>
            <a:r>
              <a:rPr lang="ru-RU" sz="1600" cap="none">
                <a:solidFill>
                  <a:srgbClr val="404040"/>
                </a:solidFill>
              </a:rPr>
              <a:t> – поддерживает большие объемы данных благодаря оптимизированным алгоритмам.</a:t>
            </a:r>
            <a:r>
              <a:t/>
            </a:r>
            <a:br/>
            <a:r>
              <a:rPr lang="ru-RU" sz="1600" cap="none">
                <a:solidFill>
                  <a:srgbClr val="404040"/>
                </a:solidFill>
              </a:rPr>
              <a:t>✔ </a:t>
            </a:r>
            <a:r>
              <a:rPr lang="ru-RU" sz="1600" b="1" cap="none">
                <a:solidFill>
                  <a:srgbClr val="404040"/>
                </a:solidFill>
              </a:rPr>
              <a:t>Интерпретируемость</a:t>
            </a:r>
            <a:r>
              <a:rPr lang="ru-RU" sz="1600" cap="none">
                <a:solidFill>
                  <a:srgbClr val="404040"/>
                </a:solidFill>
              </a:rPr>
              <a:t> – включает визуализацию для наглядного представления аномалий.</a:t>
            </a:r>
            <a:r>
              <a:t/>
            </a:r>
            <a:br/>
            <a:r>
              <a:rPr lang="ru-RU" sz="1600" cap="none">
                <a:solidFill>
                  <a:srgbClr val="404040"/>
                </a:solidFill>
              </a:rPr>
              <a:t>✔ </a:t>
            </a:r>
            <a:r>
              <a:rPr lang="ru-RU" sz="1600" b="1" cap="none">
                <a:solidFill>
                  <a:srgbClr val="404040"/>
                </a:solidFill>
              </a:rPr>
              <a:t>Комбинированный подход</a:t>
            </a:r>
            <a:r>
              <a:rPr lang="ru-RU" sz="1600" cap="none">
                <a:solidFill>
                  <a:srgbClr val="404040"/>
                </a:solidFill>
              </a:rPr>
              <a:t> – повышает точность за счет сочетания статистики и ML</a:t>
            </a:r>
            <a:r>
              <a:rPr lang="ru-RU" cap="none">
                <a:solidFill>
                  <a:srgbClr val="404040"/>
                </a:solidFill>
                <a:latin typeface="DeepSeek-CJK-patch" charset="0"/>
                <a:ea typeface="Calibri" pitchFamily="2" charset="-52"/>
                <a:cs typeface="Calibri" pitchFamily="2" charset="-52"/>
              </a:rPr>
              <a:t>.</a:t>
            </a:r>
          </a:p>
          <a:p>
            <a:pPr>
              <a:defRPr lang="ru-RU"/>
            </a:pPr>
            <a:endParaRPr lang="ru-RU" cap="none">
              <a:solidFill>
                <a:srgbClr val="404040"/>
              </a:solidFill>
              <a:latin typeface="DeepSeek-CJK-patch" charset="0"/>
              <a:ea typeface="Calibri" pitchFamily="2" charset="-52"/>
              <a:cs typeface="Calibri" pitchFamily="2" charset="-5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3gMAAD8CAABiNA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ru-RU"/>
            </a:pPr>
            <a:r>
              <a:t>Реализация проекта</a:t>
            </a:r>
          </a:p>
        </p:txBody>
      </p:sp>
      <p:sp>
        <p:nvSpPr>
          <p:cNvPr id="3" name="Номер слайд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uicAABonAABiNA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40D6B4-FAD2-1520-9CF8-0C7598B66A59}" type="slidenum">
              <a:t>6</a:t>
            </a:fld>
            <a:endParaRPr/>
          </a:p>
        </p:txBody>
      </p:sp>
      <p:pic>
        <p:nvPicPr>
          <p:cNvPr id="4" name="Изображение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dfQhaBMAAAAlAAAAEQAAAC8B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C8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EQFAACPCwAAihUAAA4l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855980" y="1878965"/>
            <a:ext cx="2645410" cy="414464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Изображение2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dfQhaBMAAAAlAAAAEQAAAC8B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MocAADCFgAA/zIAAHAlAAAA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4679950" y="3699510"/>
            <a:ext cx="3609975" cy="238633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6" name="Изображение3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dfQhaBMAAAAlAAAAEQAAAC8B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MEXAAACCwAAKisAADAWAAAA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3861435" y="1789430"/>
            <a:ext cx="3155315" cy="181737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3gMAAD8CAABiNA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ru-RU"/>
            </a:pPr>
            <a:r>
              <a:t>2. Реестр рисков</a:t>
            </a:r>
          </a:p>
        </p:txBody>
      </p:sp>
      <p:pic>
        <p:nvPicPr>
          <p:cNvPr id="3" name="Объект 6"/>
          <p:cNvPicPr>
            <a:picLocks noGrp="1" noChangeAspect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dfQhaBMAAAAlAAAAEQAAAC0A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8///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PsEAABTCAAA5zEAAPEnAAAQAAAAJgAAAAgAAAABgQAAAAAAAA=="/>
              </a:ext>
            </a:extLst>
          </p:cNvPicPr>
          <p:nvPr>
            <p:ph type="pic" idx="1"/>
          </p:nvPr>
        </p:nvPicPr>
        <p:blipFill>
          <a:blip r:embed="rId2"/>
          <a:stretch>
            <a:fillRect/>
          </a:stretch>
        </p:blipFill>
        <p:spPr>
          <a:xfrm>
            <a:off x="809625" y="1353185"/>
            <a:ext cx="7302500" cy="5139690"/>
          </a:xfrm>
          <a:prstGeom prst="rect">
            <a:avLst/>
          </a:prstGeom>
        </p:spPr>
      </p:pic>
      <p:sp>
        <p:nvSpPr>
          <p:cNvPr id="4" name="Номер слайда 4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uicAABonAABiNA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40F13F-71D2-1507-9CF8-8752BFB66AD2}" type="slidenum">
              <a:t>7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3gMAAD8CAABiNAAAZwoAABAAAAAmAAAACAAAAAAAAAAAAAAA"/>
              </a:ext>
            </a:extLst>
          </p:cNvSpPr>
          <p:nvPr>
            <p:ph type="title"/>
          </p:nvPr>
        </p:nvSpPr>
        <p:spPr/>
        <p:txBody>
          <a:bodyPr/>
          <a:lstStyle/>
          <a:p>
            <a:pPr>
              <a:defRPr lang="ru-RU"/>
            </a:pPr>
            <a:r>
              <a:t>Полученные результаты + фотографии</a:t>
            </a:r>
          </a:p>
        </p:txBody>
      </p:sp>
      <p:sp>
        <p:nvSpPr>
          <p:cNvPr id="3" name="Номер слайда 3"/>
          <p:cNvSpPr>
            <a:spLocks noGrp="1" noChangeArrowheads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ZAAAAA0AAAAAkAAAAEgAAACQAAAASAAAAAAAAAAB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8AY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uicAABonAABiNAAAWSkAABAAAAAmAAAACAAAAAAAAAAAAAAA"/>
              </a:ext>
            </a:extLst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 lang="ru-RU"/>
            </a:pPr>
            <a:fld id="{3F40AA85-CBD2-155C-9CF8-3D09E4B66A68}" type="slidenum">
              <a:t>8</a:t>
            </a:fld>
            <a:endParaRPr/>
          </a:p>
        </p:txBody>
      </p:sp>
      <p:pic>
        <p:nvPicPr>
          <p:cNvPr id="4" name="Изображение1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dfQhaBMAAAAlAAAAEQAAAC8B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/////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CEFAACHFQAA+hcAABchAAAAAAAAJgAAAAgAAAD//////////w=="/>
              </a:ext>
            </a:extLst>
          </p:cNvPicPr>
          <p:nvPr/>
        </p:nvPicPr>
        <p:blipFill>
          <a:blip r:embed="rId2"/>
          <a:stretch>
            <a:fillRect/>
          </a:stretch>
        </p:blipFill>
        <p:spPr>
          <a:xfrm>
            <a:off x="492010" y="4433050"/>
            <a:ext cx="3063875" cy="187960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5" name="Изображение3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dfQhaBMAAAAlAAAAEQAAAC8B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DwYAAC1GgAAtDUAAP0mAAAAAAAAJgAAAAgAAAD//////////w=="/>
              </a:ext>
            </a:extLst>
          </p:cNvPicPr>
          <p:nvPr/>
        </p:nvPicPr>
        <p:blipFill>
          <a:blip r:embed="rId3"/>
          <a:stretch>
            <a:fillRect/>
          </a:stretch>
        </p:blipFill>
        <p:spPr>
          <a:xfrm>
            <a:off x="3939540" y="4341495"/>
            <a:ext cx="4790440" cy="199644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" name="Текстовое поле1"/>
          <p:cNvSpPr txBox="1"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5_dfQhaBMAAAAlAAAAEgAAAA8B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JUJ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W5vVBf///wEAAAAAAAAAAAAAAAAAAAAAAAAAAAAAAAAAAAAAAAAAAAAAAAJ/f38A5+bmA8zMzADAwP8Af39/AAAAAAAAAAAAAAAAAAAAAAAAAAAAIQAAABgAAAAUAAAAFgcAAJ4LAADeGwAAoxMAAAAAAAAmAAAACAAAAP//////////"/>
              </a:ext>
            </a:extLst>
          </p:cNvSpPr>
          <p:nvPr/>
        </p:nvSpPr>
        <p:spPr>
          <a:xfrm>
            <a:off x="1151890" y="1888490"/>
            <a:ext cx="3378200" cy="130365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numCol="1" spcCol="215900" anchor="t"/>
          <a:lstStyle/>
          <a:p>
            <a:pPr>
              <a:defRPr lang="ru-RU"/>
            </a:pPr>
            <a:r>
              <a:rPr dirty="0"/>
              <a:t>В результате выполнения проекта был разработан код для выявления и </a:t>
            </a:r>
            <a:r>
              <a:rPr dirty="0" smtClean="0"/>
              <a:t>предотвращений аномалий</a:t>
            </a:r>
          </a:p>
          <a:p>
            <a:pPr>
              <a:defRPr lang="ru-RU"/>
            </a:pPr>
            <a:r>
              <a:rPr lang="en-US" dirty="0"/>
              <a:t>https://github.com/anyyaa/data_anomalies_project</a:t>
            </a:r>
            <a:endParaRPr dirty="0"/>
          </a:p>
        </p:txBody>
      </p:sp>
      <p:pic>
        <p:nvPicPr>
          <p:cNvPr id="7" name="Изображение2"/>
          <p:cNvPicPr>
            <a:picLocks noChangeAspect="1"/>
            <a:extLst>
              <a:ext uri="smNativeData">
                <pr:smNativeData xmlns="smNativeData" xmlns:pr="smNativeData" xmlns:p15="http://schemas.microsoft.com/office/powerpoint/2012/main" xmlns:p14="http://schemas.microsoft.com/office/powerpoint/2010/main" xmlns:mc="http://schemas.openxmlformats.org/markup-compatibility/2006" val="SMDATA_17_dfQhaBMAAAAlAAAAEQAAAC8BAAAAkAAAAEgAAACQAAAASAAAAAAAAAAAAAAAAAAAAAEAAABQAAAAAAAAAAAA4D8AAAAAAADgPwAAAAAAAOA/AAAAAAAA4D8AAAAAAADgPwAAAAAAAOA/AAAAAAAA4D8AAAAAAADgPwAAAAAAAOA/AAAAAAAA4D8CAAAAjAAAAAAAAAAAAAAAW5vV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HgAAAGgAAAAAAAAAAAAAAAAAAAAAAAAAAAAAABAnAAAQJwAAAAAAAAAAAAAAAAAAAAAAAAAAAAAAAAAAAAAAAAAAAAAUAAAAAAAAAMDA/wAAAAAAZAAAADIAAAAAAAAAZAAAAAAAAAB/f38ACgAAACIAAAAYAAAAAAAAAAAAAAAAAAAAAAAAAAAAAAAAAAAAJAAAACQAAAAAAAAABwAAAAAAAAAAAAAAAAAAAAAAAAAAAAAAAAAAAH9/fwAlAAAAWAAAAAAAAAAAAAAAAAAAAAAAAAAAAAAAAAAAAAAAAAAAAAAAAAAAAAAAAAAAAAAAPwAAAAAAAACghgEAAAAAAAAAAAAAAAAADAAAAAEAAAAAAAAAAAAAAAAAAAAfAAAAVAAAAFub1QX///8BAAAAAAAAAAAAAAAAAAAAAAAAAAAAAAAAAAAAAAAAAAAAAAACf39/AOfm5gPMzMwAwMD/AH9/fwAAAAAAAAAAAAAAAAD///8AAAAAACEAAAAYAAAAFAAAAJgcAACqCwAAqTQAAJ4YAAAAAAAAJgAAAAgAAAD//////////w=="/>
              </a:ext>
            </a:extLst>
          </p:cNvPicPr>
          <p:nvPr/>
        </p:nvPicPr>
        <p:blipFill>
          <a:blip r:embed="rId4"/>
          <a:stretch>
            <a:fillRect/>
          </a:stretch>
        </p:blipFill>
        <p:spPr>
          <a:xfrm>
            <a:off x="4648200" y="1896110"/>
            <a:ext cx="3912235" cy="2105660"/>
          </a:xfrm>
          <a:prstGeom prst="rect">
            <a:avLst/>
          </a:prstGeom>
          <a:noFill/>
          <a:ln>
            <a:noFill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4472C4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336</Words>
  <Application>Microsoft Office PowerPoint</Application>
  <PresentationFormat>Экран (4:3)</PresentationFormat>
  <Paragraphs>54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Arial</vt:lpstr>
      <vt:lpstr>Arial MT</vt:lpstr>
      <vt:lpstr>Calibri</vt:lpstr>
      <vt:lpstr>Calibri Light</vt:lpstr>
      <vt:lpstr>DeepSeek-CJK-patch</vt:lpstr>
      <vt:lpstr>Wingdings</vt:lpstr>
      <vt:lpstr>Presentation</vt:lpstr>
      <vt:lpstr>Stranger Things</vt:lpstr>
      <vt:lpstr>Идея проекта</vt:lpstr>
      <vt:lpstr>Целевая аудитория</vt:lpstr>
      <vt:lpstr>Цель проекта</vt:lpstr>
      <vt:lpstr>Предлагаемое решение</vt:lpstr>
      <vt:lpstr>Реализация проекта</vt:lpstr>
      <vt:lpstr>2. Реестр рисков</vt:lpstr>
      <vt:lpstr>Полученные результаты + фотографии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Рецензент</dc:creator>
  <cp:keywords/>
  <dc:description/>
  <cp:lastModifiedBy>Учетная запись Майкрософт</cp:lastModifiedBy>
  <cp:revision>1</cp:revision>
  <dcterms:created xsi:type="dcterms:W3CDTF">2017-10-21T13:35:42Z</dcterms:created>
  <dcterms:modified xsi:type="dcterms:W3CDTF">2025-05-29T20:09:30Z</dcterms:modified>
</cp:coreProperties>
</file>